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1" r:id="rId2"/>
  </p:sldMasterIdLst>
  <p:notesMasterIdLst>
    <p:notesMasterId r:id="rId8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</p:sldIdLst>
  <p:sldSz cx="10080625" cy="7559675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504">
          <p15:clr>
            <a:srgbClr val="000000"/>
          </p15:clr>
        </p15:guide>
        <p15:guide id="2" pos="2004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9" roundtripDataSignature="AMtx7mg9Ls2pvjErxRgeWIhvtZwaMAFK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1416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504"/>
        <p:guide pos="20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slide" Target="slides/slide82.xml"/><Relationship Id="rId89" Type="http://customschemas.google.com/relationships/presentationmetadata" Target="meta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presProps" Target="presProps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notesMaster" Target="notesMasters/notesMaster1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010400" cy="9296400"/>
          </a:xfrm>
          <a:prstGeom prst="roundRect">
            <a:avLst>
              <a:gd name="adj" fmla="val 4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7113" y="307975"/>
            <a:ext cx="4954587" cy="37163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" name="Google Shape;31;p1:notes"/>
          <p:cNvSpPr txBox="1"/>
          <p:nvPr/>
        </p:nvSpPr>
        <p:spPr>
          <a:xfrm>
            <a:off x="515937" y="4387850"/>
            <a:ext cx="5986462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" name="Google Shape;38;p2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5" name="Google Shape;45;p3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" name="Google Shape;82;p4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60487" y="893762"/>
            <a:ext cx="4289425" cy="3216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5" name="Google Shape;95;p6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2" name="Google Shape;102;p7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9" name="Google Shape;109;p8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6" name="Google Shape;116;p9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3" name="Google Shape;123;p10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0" name="Google Shape;130;p11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7" name="Google Shape;137;p12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4" name="Google Shape;144;p13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1" name="Google Shape;151;p14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8" name="Google Shape;158;p15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5" name="Google Shape;165;p16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2" name="Google Shape;172;p17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9" name="Google Shape;179;p18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1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6" name="Google Shape;186;p19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p1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3" name="Google Shape;193;p20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2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0" name="Google Shape;200;p21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2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07" name="Google Shape;207;p22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4" name="Google Shape;214;p23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2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1" name="Google Shape;221;p24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0" name="Google Shape;280;p25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87" name="Google Shape;287;p26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03" name="Google Shape;303;p27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2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2" name="Google Shape;362;p28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3" name="Google Shape;363;p2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21" name="Google Shape;421;p29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2" name="Google Shape;422;p2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28" name="Google Shape;428;p30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9" name="Google Shape;429;p3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35" name="Google Shape;435;p31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6" name="Google Shape;436;p3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94" name="Google Shape;494;p32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95" name="Google Shape;495;p3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1" name="Google Shape;501;p33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2" name="Google Shape;502;p3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08" name="Google Shape;508;p34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3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15" name="Google Shape;515;p35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6" name="Google Shape;516;p3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22" name="Google Shape;522;p36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3" name="Google Shape;523;p3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29" name="Google Shape;529;p37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0" name="Google Shape;530;p3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36" name="Google Shape;536;p38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3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43" name="Google Shape;543;p39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4" name="Google Shape;544;p3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0" name="Google Shape;550;p40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4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7" name="Google Shape;557;p41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4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65" name="Google Shape;565;p42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4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72" name="Google Shape;572;p43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3" name="Google Shape;573;p4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79" name="Google Shape;579;p44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0" name="Google Shape;580;p4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86" name="Google Shape;586;p45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4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93" name="Google Shape;593;p46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4" name="Google Shape;594;p4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00" name="Google Shape;600;p47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1" name="Google Shape;601;p4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07" name="Google Shape;607;p48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8" name="Google Shape;608;p4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14" name="Google Shape;614;p49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5" name="Google Shape;615;p4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1" name="Google Shape;621;p50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2" name="Google Shape;622;p5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28" name="Google Shape;628;p51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9" name="Google Shape;629;p5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5" name="Google Shape;635;p52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6" name="Google Shape;636;p5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42" name="Google Shape;642;p53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5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49" name="Google Shape;649;p54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0" name="Google Shape;650;p5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56" name="Google Shape;656;p55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7" name="Google Shape;657;p5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63" name="Google Shape;663;p56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4" name="Google Shape;664;p5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70" name="Google Shape;670;p57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1" name="Google Shape;671;p5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77" name="Google Shape;677;p58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8" name="Google Shape;678;p5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84" name="Google Shape;684;p59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5" name="Google Shape;685;p5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91" name="Google Shape;691;p60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2" name="Google Shape;692;p6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98" name="Google Shape;698;p61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9" name="Google Shape;699;p6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5" name="Google Shape;705;p62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6" name="Google Shape;706;p6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36" name="Google Shape;736;p63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7" name="Google Shape;737;p6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43" name="Google Shape;743;p64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4" name="Google Shape;744;p6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50" name="Google Shape;750;p65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1" name="Google Shape;751;p6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57" name="Google Shape;757;p66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6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64" name="Google Shape;764;p67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5" name="Google Shape;765;p6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71" name="Google Shape;771;p68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6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78" name="Google Shape;778;p69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9" name="Google Shape;779;p6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85" name="Google Shape;785;p70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6" name="Google Shape;786;p7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92" name="Google Shape;792;p71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3" name="Google Shape;793;p7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99" name="Google Shape;799;p72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0" name="Google Shape;800;p7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06" name="Google Shape;806;p73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7" name="Google Shape;807;p73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3" name="Google Shape;813;p74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4" name="Google Shape;814;p74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0" name="Google Shape;820;p75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75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27" name="Google Shape;827;p76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76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34" name="Google Shape;834;p77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5" name="Google Shape;835;p77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41" name="Google Shape;841;p78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2" name="Google Shape;842;p78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48" name="Google Shape;848;p79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9" name="Google Shape;849;p79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55" name="Google Shape;855;p80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6" name="Google Shape;856;p80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2" name="Google Shape;862;p81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3" name="Google Shape;863;p81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5525" y="307975"/>
            <a:ext cx="4957762" cy="37179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9" name="Google Shape;869;p82:notes"/>
          <p:cNvSpPr txBox="1"/>
          <p:nvPr/>
        </p:nvSpPr>
        <p:spPr>
          <a:xfrm>
            <a:off x="514350" y="4387850"/>
            <a:ext cx="5984875" cy="41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82:notes"/>
          <p:cNvSpPr txBox="1">
            <a:spLocks noGrp="1"/>
          </p:cNvSpPr>
          <p:nvPr>
            <p:ph type="body" idx="1"/>
          </p:nvPr>
        </p:nvSpPr>
        <p:spPr>
          <a:xfrm>
            <a:off x="1085850" y="4422775"/>
            <a:ext cx="4845050" cy="35718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84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003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10"/>
              <a:buChar char="●"/>
              <a:defRPr/>
            </a:lvl1pPr>
            <a:lvl2pPr marL="914400" lvl="1" indent="-314325" algn="l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SzPts val="1350"/>
              <a:buChar char="–"/>
              <a:defRPr/>
            </a:lvl2pPr>
            <a:lvl3pPr marL="1371600" lvl="2" indent="-280035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SzPts val="810"/>
              <a:buChar char="●"/>
              <a:defRPr/>
            </a:lvl3pPr>
            <a:lvl4pPr marL="1828800" lvl="3" indent="-314325" algn="l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SzPts val="1350"/>
              <a:buChar char="–"/>
              <a:defRPr/>
            </a:lvl4pPr>
            <a:lvl5pPr marL="2286000" lvl="4" indent="-280035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810"/>
              <a:buChar char="●"/>
              <a:defRPr/>
            </a:lvl5pPr>
            <a:lvl6pPr marL="2743200" lvl="5" indent="-280035"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810"/>
              <a:buChar char="●"/>
              <a:defRPr/>
            </a:lvl6pPr>
            <a:lvl7pPr marL="3200400" lvl="6" indent="-280035"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810"/>
              <a:buChar char="●"/>
              <a:defRPr/>
            </a:lvl7pPr>
            <a:lvl8pPr marL="3657600" lvl="7" indent="-280034" algn="l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SzPts val="810"/>
              <a:buChar char="●"/>
              <a:defRPr/>
            </a:lvl8pPr>
            <a:lvl9pPr marL="4114800" lvl="8" indent="-280034" algn="l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SzPts val="810"/>
              <a:buChar char="●"/>
              <a:defRPr/>
            </a:lvl9pPr>
          </a:lstStyle>
          <a:p>
            <a:endParaRPr/>
          </a:p>
        </p:txBody>
      </p:sp>
      <p:sp>
        <p:nvSpPr>
          <p:cNvPr id="15" name="Google Shape;15;p8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6" name="Google Shape;16;p84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84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1" name="Google Shape;21;p8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8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8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8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" name="Google Shape;10;p8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2004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94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  <a:defRPr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29718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23850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–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28575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28575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28575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285750" algn="l" rtl="0">
              <a:lnSpc>
                <a:spcPct val="94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285750" algn="l" rtl="0">
              <a:lnSpc>
                <a:spcPct val="94000"/>
              </a:lnSpc>
              <a:spcBef>
                <a:spcPts val="200"/>
              </a:spcBef>
              <a:spcAft>
                <a:spcPts val="20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11" name="Google Shape;11;p83"/>
          <p:cNvSpPr txBox="1"/>
          <p:nvPr/>
        </p:nvSpPr>
        <p:spPr>
          <a:xfrm>
            <a:off x="7224712" y="6884987"/>
            <a:ext cx="23526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lang="en-US"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6"/>
          <p:cNvSpPr txBox="1">
            <a:spLocks noGrp="1"/>
          </p:cNvSpPr>
          <p:nvPr>
            <p:ph type="title"/>
          </p:nvPr>
        </p:nvSpPr>
        <p:spPr>
          <a:xfrm>
            <a:off x="504825" y="303212"/>
            <a:ext cx="9072562" cy="125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86"/>
          <p:cNvSpPr txBox="1">
            <a:spLocks noGrp="1"/>
          </p:cNvSpPr>
          <p:nvPr>
            <p:ph type="body" idx="1"/>
          </p:nvPr>
        </p:nvSpPr>
        <p:spPr>
          <a:xfrm>
            <a:off x="504825" y="1763712"/>
            <a:ext cx="9072562" cy="4989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86"/>
          <p:cNvSpPr txBox="1">
            <a:spLocks noGrp="1"/>
          </p:cNvSpPr>
          <p:nvPr>
            <p:ph type="dt" idx="10"/>
          </p:nvPr>
        </p:nvSpPr>
        <p:spPr>
          <a:xfrm>
            <a:off x="504825" y="6884987"/>
            <a:ext cx="235108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7" name="Google Shape;27;p86"/>
          <p:cNvSpPr txBox="1">
            <a:spLocks noGrp="1"/>
          </p:cNvSpPr>
          <p:nvPr>
            <p:ph type="ftr" idx="11"/>
          </p:nvPr>
        </p:nvSpPr>
        <p:spPr>
          <a:xfrm>
            <a:off x="3444875" y="6884987"/>
            <a:ext cx="31908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8" name="Google Shape;28;p86"/>
          <p:cNvSpPr txBox="1">
            <a:spLocks noGrp="1"/>
          </p:cNvSpPr>
          <p:nvPr>
            <p:ph type="sldNum" idx="12"/>
          </p:nvPr>
        </p:nvSpPr>
        <p:spPr>
          <a:xfrm>
            <a:off x="7224712" y="6884987"/>
            <a:ext cx="235267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>
            <a:spLocks noGrp="1"/>
          </p:cNvSpPr>
          <p:nvPr>
            <p:ph type="title"/>
          </p:nvPr>
        </p:nvSpPr>
        <p:spPr>
          <a:xfrm>
            <a:off x="785018" y="3078162"/>
            <a:ext cx="8510587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6000"/>
              <a:buFont typeface="Comic Sans MS"/>
              <a:buNone/>
            </a:pPr>
            <a:r>
              <a:rPr lang="en-US" sz="6000" b="1" i="0" u="none" dirty="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and Debugging </a:t>
            </a:r>
            <a:br>
              <a:rPr lang="en-US" sz="6000" b="1" i="0" u="none" dirty="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6000" b="1" i="0" u="none" dirty="0">
                <a:solidFill>
                  <a:schemeClr val="hlink"/>
                </a:solidFill>
                <a:latin typeface="Comic Sans MS"/>
                <a:ea typeface="Comic Sans MS"/>
                <a:cs typeface="Comic Sans MS"/>
                <a:sym typeface="Comic Sans MS"/>
              </a:rPr>
              <a:t>					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Do You Test a Program?</a:t>
            </a:r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body" idx="1"/>
          </p:nvPr>
        </p:nvSpPr>
        <p:spPr>
          <a:xfrm>
            <a:off x="504825" y="1931987"/>
            <a:ext cx="9013825" cy="45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test data to the 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Observe the output: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oto Sans Symbols"/>
              <a:buChar char="–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Check if the program behaved as expected.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Do You Test a Program?</a:t>
            </a:r>
            <a:endParaRPr/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8187" y="2081212"/>
            <a:ext cx="2287587" cy="31257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3"/>
          <p:cNvCxnSpPr/>
          <p:nvPr/>
        </p:nvCxnSpPr>
        <p:spPr>
          <a:xfrm>
            <a:off x="1595437" y="2519362"/>
            <a:ext cx="1681162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1" name="Google Shape;51;p3"/>
          <p:cNvCxnSpPr/>
          <p:nvPr/>
        </p:nvCxnSpPr>
        <p:spPr>
          <a:xfrm>
            <a:off x="1595437" y="2855912"/>
            <a:ext cx="1681162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2" name="Google Shape;52;p3"/>
          <p:cNvCxnSpPr/>
          <p:nvPr/>
        </p:nvCxnSpPr>
        <p:spPr>
          <a:xfrm>
            <a:off x="1595437" y="3192462"/>
            <a:ext cx="1681162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3" name="Google Shape;53;p3"/>
          <p:cNvCxnSpPr/>
          <p:nvPr/>
        </p:nvCxnSpPr>
        <p:spPr>
          <a:xfrm>
            <a:off x="1595437" y="3527425"/>
            <a:ext cx="1681162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4" name="Google Shape;54;p3"/>
          <p:cNvCxnSpPr/>
          <p:nvPr/>
        </p:nvCxnSpPr>
        <p:spPr>
          <a:xfrm>
            <a:off x="5545137" y="3443287"/>
            <a:ext cx="1679575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5" name="Google Shape;55;p3"/>
          <p:cNvCxnSpPr/>
          <p:nvPr/>
        </p:nvCxnSpPr>
        <p:spPr>
          <a:xfrm>
            <a:off x="5545137" y="3779837"/>
            <a:ext cx="1679575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6" name="Google Shape;56;p3"/>
          <p:cNvCxnSpPr/>
          <p:nvPr/>
        </p:nvCxnSpPr>
        <p:spPr>
          <a:xfrm>
            <a:off x="5545137" y="4116387"/>
            <a:ext cx="1679575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57" name="Google Shape;57;p3"/>
          <p:cNvCxnSpPr/>
          <p:nvPr/>
        </p:nvCxnSpPr>
        <p:spPr>
          <a:xfrm>
            <a:off x="5545137" y="4451350"/>
            <a:ext cx="1679575" cy="0"/>
          </a:xfrm>
          <a:prstGeom prst="straightConnector1">
            <a:avLst/>
          </a:prstGeom>
          <a:noFill/>
          <a:ln w="1907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grpSp>
        <p:nvGrpSpPr>
          <p:cNvPr id="58" name="Google Shape;58;p3"/>
          <p:cNvGrpSpPr/>
          <p:nvPr/>
        </p:nvGrpSpPr>
        <p:grpSpPr>
          <a:xfrm>
            <a:off x="2268537" y="2435225"/>
            <a:ext cx="249237" cy="1343025"/>
            <a:chOff x="1296" y="1392"/>
            <a:chExt cx="143" cy="767"/>
          </a:xfrm>
        </p:grpSpPr>
        <p:sp>
          <p:nvSpPr>
            <p:cNvPr id="59" name="Google Shape;59;p3"/>
            <p:cNvSpPr/>
            <p:nvPr/>
          </p:nvSpPr>
          <p:spPr>
            <a:xfrm>
              <a:off x="1308" y="1392"/>
              <a:ext cx="69" cy="101"/>
            </a:xfrm>
            <a:custGeom>
              <a:avLst/>
              <a:gdLst/>
              <a:ahLst/>
              <a:cxnLst/>
              <a:rect l="l" t="t" r="r" b="b"/>
              <a:pathLst>
                <a:path w="309" h="450" extrusionOk="0">
                  <a:moveTo>
                    <a:pt x="10" y="0"/>
                  </a:moveTo>
                  <a:lnTo>
                    <a:pt x="299" y="0"/>
                  </a:lnTo>
                  <a:lnTo>
                    <a:pt x="308" y="4"/>
                  </a:lnTo>
                  <a:lnTo>
                    <a:pt x="308" y="26"/>
                  </a:lnTo>
                  <a:lnTo>
                    <a:pt x="299" y="31"/>
                  </a:lnTo>
                  <a:lnTo>
                    <a:pt x="204" y="31"/>
                  </a:lnTo>
                  <a:lnTo>
                    <a:pt x="204" y="418"/>
                  </a:lnTo>
                  <a:lnTo>
                    <a:pt x="299" y="418"/>
                  </a:lnTo>
                  <a:lnTo>
                    <a:pt x="308" y="423"/>
                  </a:lnTo>
                  <a:lnTo>
                    <a:pt x="308" y="445"/>
                  </a:lnTo>
                  <a:lnTo>
                    <a:pt x="299" y="449"/>
                  </a:lnTo>
                  <a:lnTo>
                    <a:pt x="10" y="449"/>
                  </a:lnTo>
                  <a:lnTo>
                    <a:pt x="0" y="445"/>
                  </a:lnTo>
                  <a:lnTo>
                    <a:pt x="0" y="423"/>
                  </a:lnTo>
                  <a:lnTo>
                    <a:pt x="10" y="418"/>
                  </a:lnTo>
                  <a:lnTo>
                    <a:pt x="104" y="418"/>
                  </a:lnTo>
                  <a:lnTo>
                    <a:pt x="104" y="31"/>
                  </a:lnTo>
                  <a:lnTo>
                    <a:pt x="10" y="31"/>
                  </a:lnTo>
                  <a:lnTo>
                    <a:pt x="0" y="26"/>
                  </a:lnTo>
                  <a:lnTo>
                    <a:pt x="0" y="4"/>
                  </a:lnTo>
                  <a:lnTo>
                    <a:pt x="10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1309" y="1589"/>
              <a:ext cx="130" cy="71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" y="0"/>
                  </a:moveTo>
                  <a:lnTo>
                    <a:pt x="152" y="0"/>
                  </a:lnTo>
                  <a:lnTo>
                    <a:pt x="156" y="3"/>
                  </a:lnTo>
                  <a:lnTo>
                    <a:pt x="156" y="49"/>
                  </a:lnTo>
                  <a:lnTo>
                    <a:pt x="204" y="49"/>
                  </a:lnTo>
                  <a:lnTo>
                    <a:pt x="204" y="26"/>
                  </a:lnTo>
                  <a:lnTo>
                    <a:pt x="213" y="22"/>
                  </a:lnTo>
                  <a:lnTo>
                    <a:pt x="256" y="22"/>
                  </a:lnTo>
                  <a:lnTo>
                    <a:pt x="256" y="3"/>
                  </a:lnTo>
                  <a:lnTo>
                    <a:pt x="265" y="0"/>
                  </a:lnTo>
                  <a:lnTo>
                    <a:pt x="417" y="0"/>
                  </a:lnTo>
                  <a:lnTo>
                    <a:pt x="426" y="3"/>
                  </a:lnTo>
                  <a:lnTo>
                    <a:pt x="426" y="22"/>
                  </a:lnTo>
                  <a:lnTo>
                    <a:pt x="474" y="22"/>
                  </a:lnTo>
                  <a:lnTo>
                    <a:pt x="478" y="26"/>
                  </a:lnTo>
                  <a:lnTo>
                    <a:pt x="478" y="49"/>
                  </a:lnTo>
                  <a:lnTo>
                    <a:pt x="526" y="49"/>
                  </a:lnTo>
                  <a:lnTo>
                    <a:pt x="535" y="53"/>
                  </a:lnTo>
                  <a:lnTo>
                    <a:pt x="535" y="285"/>
                  </a:lnTo>
                  <a:lnTo>
                    <a:pt x="573" y="285"/>
                  </a:lnTo>
                  <a:lnTo>
                    <a:pt x="578" y="289"/>
                  </a:lnTo>
                  <a:lnTo>
                    <a:pt x="578" y="311"/>
                  </a:lnTo>
                  <a:lnTo>
                    <a:pt x="573" y="316"/>
                  </a:lnTo>
                  <a:lnTo>
                    <a:pt x="374" y="316"/>
                  </a:lnTo>
                  <a:lnTo>
                    <a:pt x="365" y="311"/>
                  </a:lnTo>
                  <a:lnTo>
                    <a:pt x="365" y="289"/>
                  </a:lnTo>
                  <a:lnTo>
                    <a:pt x="374" y="285"/>
                  </a:lnTo>
                  <a:lnTo>
                    <a:pt x="417" y="285"/>
                  </a:lnTo>
                  <a:lnTo>
                    <a:pt x="417" y="80"/>
                  </a:lnTo>
                  <a:lnTo>
                    <a:pt x="374" y="80"/>
                  </a:lnTo>
                  <a:lnTo>
                    <a:pt x="365" y="75"/>
                  </a:lnTo>
                  <a:lnTo>
                    <a:pt x="365" y="53"/>
                  </a:lnTo>
                  <a:lnTo>
                    <a:pt x="213" y="53"/>
                  </a:lnTo>
                  <a:lnTo>
                    <a:pt x="213" y="75"/>
                  </a:lnTo>
                  <a:lnTo>
                    <a:pt x="204" y="80"/>
                  </a:lnTo>
                  <a:lnTo>
                    <a:pt x="156" y="80"/>
                  </a:lnTo>
                  <a:lnTo>
                    <a:pt x="156" y="285"/>
                  </a:lnTo>
                  <a:lnTo>
                    <a:pt x="204" y="285"/>
                  </a:lnTo>
                  <a:lnTo>
                    <a:pt x="213" y="289"/>
                  </a:lnTo>
                  <a:lnTo>
                    <a:pt x="213" y="311"/>
                  </a:lnTo>
                  <a:lnTo>
                    <a:pt x="204" y="316"/>
                  </a:lnTo>
                  <a:lnTo>
                    <a:pt x="5" y="316"/>
                  </a:lnTo>
                  <a:lnTo>
                    <a:pt x="0" y="311"/>
                  </a:lnTo>
                  <a:lnTo>
                    <a:pt x="0" y="289"/>
                  </a:lnTo>
                  <a:lnTo>
                    <a:pt x="5" y="285"/>
                  </a:lnTo>
                  <a:lnTo>
                    <a:pt x="52" y="285"/>
                  </a:lnTo>
                  <a:lnTo>
                    <a:pt x="52" y="26"/>
                  </a:lnTo>
                  <a:lnTo>
                    <a:pt x="5" y="26"/>
                  </a:lnTo>
                  <a:lnTo>
                    <a:pt x="0" y="22"/>
                  </a:lnTo>
                  <a:lnTo>
                    <a:pt x="0" y="3"/>
                  </a:lnTo>
                  <a:lnTo>
                    <a:pt x="5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1308" y="1755"/>
              <a:ext cx="115" cy="100"/>
            </a:xfrm>
            <a:custGeom>
              <a:avLst/>
              <a:gdLst/>
              <a:ahLst/>
              <a:cxnLst/>
              <a:rect l="l" t="t" r="r" b="b"/>
              <a:pathLst>
                <a:path w="513" h="445" extrusionOk="0">
                  <a:moveTo>
                    <a:pt x="209" y="26"/>
                  </a:moveTo>
                  <a:lnTo>
                    <a:pt x="303" y="26"/>
                  </a:lnTo>
                  <a:lnTo>
                    <a:pt x="303" y="49"/>
                  </a:lnTo>
                  <a:lnTo>
                    <a:pt x="308" y="53"/>
                  </a:lnTo>
                  <a:lnTo>
                    <a:pt x="351" y="53"/>
                  </a:lnTo>
                  <a:lnTo>
                    <a:pt x="351" y="75"/>
                  </a:lnTo>
                  <a:lnTo>
                    <a:pt x="360" y="79"/>
                  </a:lnTo>
                  <a:lnTo>
                    <a:pt x="403" y="79"/>
                  </a:lnTo>
                  <a:lnTo>
                    <a:pt x="403" y="231"/>
                  </a:lnTo>
                  <a:lnTo>
                    <a:pt x="360" y="231"/>
                  </a:lnTo>
                  <a:lnTo>
                    <a:pt x="351" y="235"/>
                  </a:lnTo>
                  <a:lnTo>
                    <a:pt x="351" y="257"/>
                  </a:lnTo>
                  <a:lnTo>
                    <a:pt x="308" y="257"/>
                  </a:lnTo>
                  <a:lnTo>
                    <a:pt x="303" y="262"/>
                  </a:lnTo>
                  <a:lnTo>
                    <a:pt x="303" y="284"/>
                  </a:lnTo>
                  <a:lnTo>
                    <a:pt x="209" y="284"/>
                  </a:lnTo>
                  <a:lnTo>
                    <a:pt x="209" y="262"/>
                  </a:lnTo>
                  <a:lnTo>
                    <a:pt x="199" y="257"/>
                  </a:lnTo>
                  <a:lnTo>
                    <a:pt x="157" y="257"/>
                  </a:lnTo>
                  <a:lnTo>
                    <a:pt x="157" y="53"/>
                  </a:lnTo>
                  <a:lnTo>
                    <a:pt x="199" y="53"/>
                  </a:lnTo>
                  <a:lnTo>
                    <a:pt x="209" y="49"/>
                  </a:lnTo>
                  <a:lnTo>
                    <a:pt x="209" y="26"/>
                  </a:lnTo>
                  <a:close/>
                  <a:moveTo>
                    <a:pt x="10" y="0"/>
                  </a:moveTo>
                  <a:lnTo>
                    <a:pt x="147" y="0"/>
                  </a:lnTo>
                  <a:lnTo>
                    <a:pt x="157" y="4"/>
                  </a:lnTo>
                  <a:lnTo>
                    <a:pt x="157" y="22"/>
                  </a:lnTo>
                  <a:lnTo>
                    <a:pt x="199" y="22"/>
                  </a:lnTo>
                  <a:lnTo>
                    <a:pt x="199" y="4"/>
                  </a:lnTo>
                  <a:lnTo>
                    <a:pt x="209" y="0"/>
                  </a:lnTo>
                  <a:lnTo>
                    <a:pt x="351" y="0"/>
                  </a:lnTo>
                  <a:lnTo>
                    <a:pt x="360" y="4"/>
                  </a:lnTo>
                  <a:lnTo>
                    <a:pt x="360" y="22"/>
                  </a:lnTo>
                  <a:lnTo>
                    <a:pt x="455" y="22"/>
                  </a:lnTo>
                  <a:lnTo>
                    <a:pt x="465" y="26"/>
                  </a:lnTo>
                  <a:lnTo>
                    <a:pt x="465" y="75"/>
                  </a:lnTo>
                  <a:lnTo>
                    <a:pt x="507" y="75"/>
                  </a:lnTo>
                  <a:lnTo>
                    <a:pt x="512" y="79"/>
                  </a:lnTo>
                  <a:lnTo>
                    <a:pt x="512" y="231"/>
                  </a:lnTo>
                  <a:lnTo>
                    <a:pt x="507" y="235"/>
                  </a:lnTo>
                  <a:lnTo>
                    <a:pt x="465" y="235"/>
                  </a:lnTo>
                  <a:lnTo>
                    <a:pt x="465" y="284"/>
                  </a:lnTo>
                  <a:lnTo>
                    <a:pt x="455" y="289"/>
                  </a:lnTo>
                  <a:lnTo>
                    <a:pt x="360" y="289"/>
                  </a:lnTo>
                  <a:lnTo>
                    <a:pt x="360" y="311"/>
                  </a:lnTo>
                  <a:lnTo>
                    <a:pt x="351" y="315"/>
                  </a:lnTo>
                  <a:lnTo>
                    <a:pt x="209" y="315"/>
                  </a:lnTo>
                  <a:lnTo>
                    <a:pt x="199" y="311"/>
                  </a:lnTo>
                  <a:lnTo>
                    <a:pt x="199" y="289"/>
                  </a:lnTo>
                  <a:lnTo>
                    <a:pt x="157" y="289"/>
                  </a:lnTo>
                  <a:lnTo>
                    <a:pt x="157" y="415"/>
                  </a:lnTo>
                  <a:lnTo>
                    <a:pt x="199" y="415"/>
                  </a:lnTo>
                  <a:lnTo>
                    <a:pt x="209" y="418"/>
                  </a:lnTo>
                  <a:lnTo>
                    <a:pt x="209" y="440"/>
                  </a:lnTo>
                  <a:lnTo>
                    <a:pt x="199" y="444"/>
                  </a:lnTo>
                  <a:lnTo>
                    <a:pt x="10" y="444"/>
                  </a:lnTo>
                  <a:lnTo>
                    <a:pt x="0" y="440"/>
                  </a:lnTo>
                  <a:lnTo>
                    <a:pt x="0" y="418"/>
                  </a:lnTo>
                  <a:lnTo>
                    <a:pt x="10" y="415"/>
                  </a:lnTo>
                  <a:lnTo>
                    <a:pt x="52" y="415"/>
                  </a:lnTo>
                  <a:lnTo>
                    <a:pt x="52" y="26"/>
                  </a:lnTo>
                  <a:lnTo>
                    <a:pt x="10" y="26"/>
                  </a:lnTo>
                  <a:lnTo>
                    <a:pt x="0" y="22"/>
                  </a:lnTo>
                  <a:lnTo>
                    <a:pt x="0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1309" y="1922"/>
              <a:ext cx="130" cy="71"/>
            </a:xfrm>
            <a:custGeom>
              <a:avLst/>
              <a:gdLst/>
              <a:ahLst/>
              <a:cxnLst/>
              <a:rect l="l" t="t" r="r" b="b"/>
              <a:pathLst>
                <a:path w="579" h="317" extrusionOk="0">
                  <a:moveTo>
                    <a:pt x="5" y="0"/>
                  </a:moveTo>
                  <a:lnTo>
                    <a:pt x="152" y="0"/>
                  </a:lnTo>
                  <a:lnTo>
                    <a:pt x="156" y="4"/>
                  </a:lnTo>
                  <a:lnTo>
                    <a:pt x="156" y="233"/>
                  </a:lnTo>
                  <a:lnTo>
                    <a:pt x="204" y="233"/>
                  </a:lnTo>
                  <a:lnTo>
                    <a:pt x="213" y="236"/>
                  </a:lnTo>
                  <a:lnTo>
                    <a:pt x="213" y="258"/>
                  </a:lnTo>
                  <a:lnTo>
                    <a:pt x="365" y="258"/>
                  </a:lnTo>
                  <a:lnTo>
                    <a:pt x="365" y="236"/>
                  </a:lnTo>
                  <a:lnTo>
                    <a:pt x="374" y="233"/>
                  </a:lnTo>
                  <a:lnTo>
                    <a:pt x="417" y="233"/>
                  </a:lnTo>
                  <a:lnTo>
                    <a:pt x="417" y="26"/>
                  </a:lnTo>
                  <a:lnTo>
                    <a:pt x="374" y="26"/>
                  </a:lnTo>
                  <a:lnTo>
                    <a:pt x="365" y="22"/>
                  </a:lnTo>
                  <a:lnTo>
                    <a:pt x="365" y="4"/>
                  </a:lnTo>
                  <a:lnTo>
                    <a:pt x="374" y="0"/>
                  </a:lnTo>
                  <a:lnTo>
                    <a:pt x="526" y="0"/>
                  </a:lnTo>
                  <a:lnTo>
                    <a:pt x="535" y="4"/>
                  </a:lnTo>
                  <a:lnTo>
                    <a:pt x="535" y="285"/>
                  </a:lnTo>
                  <a:lnTo>
                    <a:pt x="573" y="285"/>
                  </a:lnTo>
                  <a:lnTo>
                    <a:pt x="578" y="289"/>
                  </a:lnTo>
                  <a:lnTo>
                    <a:pt x="578" y="311"/>
                  </a:lnTo>
                  <a:lnTo>
                    <a:pt x="573" y="316"/>
                  </a:lnTo>
                  <a:lnTo>
                    <a:pt x="426" y="316"/>
                  </a:lnTo>
                  <a:lnTo>
                    <a:pt x="417" y="311"/>
                  </a:lnTo>
                  <a:lnTo>
                    <a:pt x="417" y="262"/>
                  </a:lnTo>
                  <a:lnTo>
                    <a:pt x="374" y="262"/>
                  </a:lnTo>
                  <a:lnTo>
                    <a:pt x="374" y="285"/>
                  </a:lnTo>
                  <a:lnTo>
                    <a:pt x="365" y="289"/>
                  </a:lnTo>
                  <a:lnTo>
                    <a:pt x="322" y="289"/>
                  </a:lnTo>
                  <a:lnTo>
                    <a:pt x="322" y="311"/>
                  </a:lnTo>
                  <a:lnTo>
                    <a:pt x="313" y="316"/>
                  </a:lnTo>
                  <a:lnTo>
                    <a:pt x="156" y="316"/>
                  </a:lnTo>
                  <a:lnTo>
                    <a:pt x="152" y="311"/>
                  </a:lnTo>
                  <a:lnTo>
                    <a:pt x="152" y="289"/>
                  </a:lnTo>
                  <a:lnTo>
                    <a:pt x="114" y="289"/>
                  </a:lnTo>
                  <a:lnTo>
                    <a:pt x="104" y="285"/>
                  </a:lnTo>
                  <a:lnTo>
                    <a:pt x="104" y="262"/>
                  </a:lnTo>
                  <a:lnTo>
                    <a:pt x="61" y="262"/>
                  </a:lnTo>
                  <a:lnTo>
                    <a:pt x="52" y="258"/>
                  </a:lnTo>
                  <a:lnTo>
                    <a:pt x="52" y="26"/>
                  </a:lnTo>
                  <a:lnTo>
                    <a:pt x="5" y="26"/>
                  </a:lnTo>
                  <a:lnTo>
                    <a:pt x="0" y="22"/>
                  </a:lnTo>
                  <a:lnTo>
                    <a:pt x="0" y="4"/>
                  </a:lnTo>
                  <a:lnTo>
                    <a:pt x="5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1296" y="2070"/>
              <a:ext cx="83" cy="89"/>
            </a:xfrm>
            <a:custGeom>
              <a:avLst/>
              <a:gdLst/>
              <a:ahLst/>
              <a:cxnLst/>
              <a:rect l="l" t="t" r="r" b="b"/>
              <a:pathLst>
                <a:path w="371" h="397" extrusionOk="0">
                  <a:moveTo>
                    <a:pt x="166" y="0"/>
                  </a:moveTo>
                  <a:lnTo>
                    <a:pt x="204" y="0"/>
                  </a:lnTo>
                  <a:lnTo>
                    <a:pt x="213" y="5"/>
                  </a:lnTo>
                  <a:lnTo>
                    <a:pt x="213" y="81"/>
                  </a:lnTo>
                  <a:lnTo>
                    <a:pt x="360" y="81"/>
                  </a:lnTo>
                  <a:lnTo>
                    <a:pt x="370" y="85"/>
                  </a:lnTo>
                  <a:lnTo>
                    <a:pt x="370" y="104"/>
                  </a:lnTo>
                  <a:lnTo>
                    <a:pt x="360" y="107"/>
                  </a:lnTo>
                  <a:lnTo>
                    <a:pt x="213" y="107"/>
                  </a:lnTo>
                  <a:lnTo>
                    <a:pt x="213" y="367"/>
                  </a:lnTo>
                  <a:lnTo>
                    <a:pt x="308" y="367"/>
                  </a:lnTo>
                  <a:lnTo>
                    <a:pt x="308" y="343"/>
                  </a:lnTo>
                  <a:lnTo>
                    <a:pt x="318" y="340"/>
                  </a:lnTo>
                  <a:lnTo>
                    <a:pt x="360" y="340"/>
                  </a:lnTo>
                  <a:lnTo>
                    <a:pt x="370" y="343"/>
                  </a:lnTo>
                  <a:lnTo>
                    <a:pt x="370" y="367"/>
                  </a:lnTo>
                  <a:lnTo>
                    <a:pt x="360" y="370"/>
                  </a:lnTo>
                  <a:lnTo>
                    <a:pt x="318" y="370"/>
                  </a:lnTo>
                  <a:lnTo>
                    <a:pt x="318" y="392"/>
                  </a:lnTo>
                  <a:lnTo>
                    <a:pt x="308" y="396"/>
                  </a:lnTo>
                  <a:lnTo>
                    <a:pt x="166" y="396"/>
                  </a:lnTo>
                  <a:lnTo>
                    <a:pt x="161" y="392"/>
                  </a:lnTo>
                  <a:lnTo>
                    <a:pt x="161" y="370"/>
                  </a:lnTo>
                  <a:lnTo>
                    <a:pt x="114" y="370"/>
                  </a:lnTo>
                  <a:lnTo>
                    <a:pt x="109" y="367"/>
                  </a:lnTo>
                  <a:lnTo>
                    <a:pt x="109" y="107"/>
                  </a:lnTo>
                  <a:lnTo>
                    <a:pt x="9" y="107"/>
                  </a:lnTo>
                  <a:lnTo>
                    <a:pt x="0" y="104"/>
                  </a:lnTo>
                  <a:lnTo>
                    <a:pt x="0" y="85"/>
                  </a:lnTo>
                  <a:lnTo>
                    <a:pt x="9" y="81"/>
                  </a:lnTo>
                  <a:lnTo>
                    <a:pt x="57" y="81"/>
                  </a:lnTo>
                  <a:lnTo>
                    <a:pt x="57" y="58"/>
                  </a:lnTo>
                  <a:lnTo>
                    <a:pt x="62" y="54"/>
                  </a:lnTo>
                  <a:lnTo>
                    <a:pt x="109" y="54"/>
                  </a:lnTo>
                  <a:lnTo>
                    <a:pt x="109" y="31"/>
                  </a:lnTo>
                  <a:lnTo>
                    <a:pt x="114" y="27"/>
                  </a:lnTo>
                  <a:lnTo>
                    <a:pt x="161" y="27"/>
                  </a:lnTo>
                  <a:lnTo>
                    <a:pt x="161" y="5"/>
                  </a:lnTo>
                  <a:lnTo>
                    <a:pt x="166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64" name="Google Shape;64;p3"/>
          <p:cNvGrpSpPr/>
          <p:nvPr/>
        </p:nvGrpSpPr>
        <p:grpSpPr>
          <a:xfrm>
            <a:off x="6089650" y="3276600"/>
            <a:ext cx="295446" cy="1341437"/>
            <a:chOff x="3480" y="1872"/>
            <a:chExt cx="168" cy="767"/>
          </a:xfrm>
        </p:grpSpPr>
        <p:sp>
          <p:nvSpPr>
            <p:cNvPr id="65" name="Google Shape;65;p3"/>
            <p:cNvSpPr/>
            <p:nvPr/>
          </p:nvSpPr>
          <p:spPr>
            <a:xfrm>
              <a:off x="3490" y="1872"/>
              <a:ext cx="158" cy="83"/>
            </a:xfrm>
            <a:custGeom>
              <a:avLst/>
              <a:gdLst/>
              <a:ahLst/>
              <a:cxnLst/>
              <a:rect l="l" t="t" r="r" b="b"/>
              <a:pathLst>
                <a:path w="700" h="369" extrusionOk="0">
                  <a:moveTo>
                    <a:pt x="265" y="24"/>
                  </a:moveTo>
                  <a:lnTo>
                    <a:pt x="434" y="24"/>
                  </a:lnTo>
                  <a:lnTo>
                    <a:pt x="434" y="44"/>
                  </a:lnTo>
                  <a:lnTo>
                    <a:pt x="440" y="47"/>
                  </a:lnTo>
                  <a:lnTo>
                    <a:pt x="472" y="47"/>
                  </a:lnTo>
                  <a:lnTo>
                    <a:pt x="472" y="66"/>
                  </a:lnTo>
                  <a:lnTo>
                    <a:pt x="479" y="68"/>
                  </a:lnTo>
                  <a:lnTo>
                    <a:pt x="560" y="68"/>
                  </a:lnTo>
                  <a:lnTo>
                    <a:pt x="560" y="110"/>
                  </a:lnTo>
                  <a:lnTo>
                    <a:pt x="566" y="113"/>
                  </a:lnTo>
                  <a:lnTo>
                    <a:pt x="605" y="113"/>
                  </a:lnTo>
                  <a:lnTo>
                    <a:pt x="605" y="259"/>
                  </a:lnTo>
                  <a:lnTo>
                    <a:pt x="566" y="259"/>
                  </a:lnTo>
                  <a:lnTo>
                    <a:pt x="560" y="263"/>
                  </a:lnTo>
                  <a:lnTo>
                    <a:pt x="560" y="300"/>
                  </a:lnTo>
                  <a:lnTo>
                    <a:pt x="479" y="300"/>
                  </a:lnTo>
                  <a:lnTo>
                    <a:pt x="472" y="303"/>
                  </a:lnTo>
                  <a:lnTo>
                    <a:pt x="472" y="322"/>
                  </a:lnTo>
                  <a:lnTo>
                    <a:pt x="440" y="322"/>
                  </a:lnTo>
                  <a:lnTo>
                    <a:pt x="434" y="325"/>
                  </a:lnTo>
                  <a:lnTo>
                    <a:pt x="434" y="344"/>
                  </a:lnTo>
                  <a:lnTo>
                    <a:pt x="265" y="344"/>
                  </a:lnTo>
                  <a:lnTo>
                    <a:pt x="265" y="325"/>
                  </a:lnTo>
                  <a:lnTo>
                    <a:pt x="259" y="322"/>
                  </a:lnTo>
                  <a:lnTo>
                    <a:pt x="220" y="322"/>
                  </a:lnTo>
                  <a:lnTo>
                    <a:pt x="220" y="303"/>
                  </a:lnTo>
                  <a:lnTo>
                    <a:pt x="214" y="300"/>
                  </a:lnTo>
                  <a:lnTo>
                    <a:pt x="133" y="300"/>
                  </a:lnTo>
                  <a:lnTo>
                    <a:pt x="133" y="263"/>
                  </a:lnTo>
                  <a:lnTo>
                    <a:pt x="129" y="259"/>
                  </a:lnTo>
                  <a:lnTo>
                    <a:pt x="97" y="259"/>
                  </a:lnTo>
                  <a:lnTo>
                    <a:pt x="97" y="113"/>
                  </a:lnTo>
                  <a:lnTo>
                    <a:pt x="129" y="113"/>
                  </a:lnTo>
                  <a:lnTo>
                    <a:pt x="133" y="110"/>
                  </a:lnTo>
                  <a:lnTo>
                    <a:pt x="133" y="68"/>
                  </a:lnTo>
                  <a:lnTo>
                    <a:pt x="214" y="68"/>
                  </a:lnTo>
                  <a:lnTo>
                    <a:pt x="220" y="66"/>
                  </a:lnTo>
                  <a:lnTo>
                    <a:pt x="220" y="47"/>
                  </a:lnTo>
                  <a:lnTo>
                    <a:pt x="259" y="47"/>
                  </a:lnTo>
                  <a:lnTo>
                    <a:pt x="265" y="44"/>
                  </a:lnTo>
                  <a:lnTo>
                    <a:pt x="265" y="24"/>
                  </a:lnTo>
                  <a:close/>
                  <a:moveTo>
                    <a:pt x="220" y="0"/>
                  </a:moveTo>
                  <a:lnTo>
                    <a:pt x="472" y="0"/>
                  </a:lnTo>
                  <a:lnTo>
                    <a:pt x="479" y="3"/>
                  </a:lnTo>
                  <a:lnTo>
                    <a:pt x="479" y="22"/>
                  </a:lnTo>
                  <a:lnTo>
                    <a:pt x="560" y="22"/>
                  </a:lnTo>
                  <a:lnTo>
                    <a:pt x="566" y="24"/>
                  </a:lnTo>
                  <a:lnTo>
                    <a:pt x="566" y="44"/>
                  </a:lnTo>
                  <a:lnTo>
                    <a:pt x="605" y="44"/>
                  </a:lnTo>
                  <a:lnTo>
                    <a:pt x="612" y="47"/>
                  </a:lnTo>
                  <a:lnTo>
                    <a:pt x="612" y="66"/>
                  </a:lnTo>
                  <a:lnTo>
                    <a:pt x="647" y="66"/>
                  </a:lnTo>
                  <a:lnTo>
                    <a:pt x="654" y="68"/>
                  </a:lnTo>
                  <a:lnTo>
                    <a:pt x="654" y="110"/>
                  </a:lnTo>
                  <a:lnTo>
                    <a:pt x="693" y="110"/>
                  </a:lnTo>
                  <a:lnTo>
                    <a:pt x="699" y="113"/>
                  </a:lnTo>
                  <a:lnTo>
                    <a:pt x="699" y="259"/>
                  </a:lnTo>
                  <a:lnTo>
                    <a:pt x="693" y="263"/>
                  </a:lnTo>
                  <a:lnTo>
                    <a:pt x="654" y="263"/>
                  </a:lnTo>
                  <a:lnTo>
                    <a:pt x="654" y="300"/>
                  </a:lnTo>
                  <a:lnTo>
                    <a:pt x="647" y="303"/>
                  </a:lnTo>
                  <a:lnTo>
                    <a:pt x="612" y="303"/>
                  </a:lnTo>
                  <a:lnTo>
                    <a:pt x="612" y="322"/>
                  </a:lnTo>
                  <a:lnTo>
                    <a:pt x="605" y="325"/>
                  </a:lnTo>
                  <a:lnTo>
                    <a:pt x="566" y="325"/>
                  </a:lnTo>
                  <a:lnTo>
                    <a:pt x="566" y="344"/>
                  </a:lnTo>
                  <a:lnTo>
                    <a:pt x="560" y="347"/>
                  </a:lnTo>
                  <a:lnTo>
                    <a:pt x="479" y="347"/>
                  </a:lnTo>
                  <a:lnTo>
                    <a:pt x="479" y="366"/>
                  </a:lnTo>
                  <a:lnTo>
                    <a:pt x="472" y="368"/>
                  </a:lnTo>
                  <a:lnTo>
                    <a:pt x="220" y="368"/>
                  </a:lnTo>
                  <a:lnTo>
                    <a:pt x="214" y="366"/>
                  </a:lnTo>
                  <a:lnTo>
                    <a:pt x="214" y="347"/>
                  </a:lnTo>
                  <a:lnTo>
                    <a:pt x="133" y="347"/>
                  </a:lnTo>
                  <a:lnTo>
                    <a:pt x="129" y="344"/>
                  </a:lnTo>
                  <a:lnTo>
                    <a:pt x="129" y="325"/>
                  </a:lnTo>
                  <a:lnTo>
                    <a:pt x="97" y="325"/>
                  </a:lnTo>
                  <a:lnTo>
                    <a:pt x="91" y="322"/>
                  </a:lnTo>
                  <a:lnTo>
                    <a:pt x="91" y="303"/>
                  </a:lnTo>
                  <a:lnTo>
                    <a:pt x="52" y="303"/>
                  </a:lnTo>
                  <a:lnTo>
                    <a:pt x="45" y="300"/>
                  </a:lnTo>
                  <a:lnTo>
                    <a:pt x="45" y="263"/>
                  </a:lnTo>
                  <a:lnTo>
                    <a:pt x="7" y="263"/>
                  </a:lnTo>
                  <a:lnTo>
                    <a:pt x="0" y="259"/>
                  </a:lnTo>
                  <a:lnTo>
                    <a:pt x="0" y="113"/>
                  </a:lnTo>
                  <a:lnTo>
                    <a:pt x="7" y="110"/>
                  </a:lnTo>
                  <a:lnTo>
                    <a:pt x="45" y="110"/>
                  </a:lnTo>
                  <a:lnTo>
                    <a:pt x="45" y="68"/>
                  </a:lnTo>
                  <a:lnTo>
                    <a:pt x="52" y="66"/>
                  </a:lnTo>
                  <a:lnTo>
                    <a:pt x="91" y="66"/>
                  </a:lnTo>
                  <a:lnTo>
                    <a:pt x="91" y="47"/>
                  </a:lnTo>
                  <a:lnTo>
                    <a:pt x="97" y="44"/>
                  </a:lnTo>
                  <a:lnTo>
                    <a:pt x="129" y="44"/>
                  </a:lnTo>
                  <a:lnTo>
                    <a:pt x="129" y="24"/>
                  </a:lnTo>
                  <a:lnTo>
                    <a:pt x="133" y="22"/>
                  </a:lnTo>
                  <a:lnTo>
                    <a:pt x="214" y="22"/>
                  </a:lnTo>
                  <a:lnTo>
                    <a:pt x="214" y="3"/>
                  </a:lnTo>
                  <a:lnTo>
                    <a:pt x="220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3490" y="2034"/>
              <a:ext cx="111" cy="58"/>
            </a:xfrm>
            <a:custGeom>
              <a:avLst/>
              <a:gdLst/>
              <a:ahLst/>
              <a:cxnLst/>
              <a:rect l="l" t="t" r="r" b="b"/>
              <a:pathLst>
                <a:path w="493" h="261" extrusionOk="0">
                  <a:moveTo>
                    <a:pt x="7" y="0"/>
                  </a:moveTo>
                  <a:lnTo>
                    <a:pt x="130" y="0"/>
                  </a:lnTo>
                  <a:lnTo>
                    <a:pt x="136" y="4"/>
                  </a:lnTo>
                  <a:lnTo>
                    <a:pt x="136" y="191"/>
                  </a:lnTo>
                  <a:lnTo>
                    <a:pt x="175" y="191"/>
                  </a:lnTo>
                  <a:lnTo>
                    <a:pt x="182" y="194"/>
                  </a:lnTo>
                  <a:lnTo>
                    <a:pt x="182" y="212"/>
                  </a:lnTo>
                  <a:lnTo>
                    <a:pt x="311" y="212"/>
                  </a:lnTo>
                  <a:lnTo>
                    <a:pt x="311" y="194"/>
                  </a:lnTo>
                  <a:lnTo>
                    <a:pt x="317" y="191"/>
                  </a:lnTo>
                  <a:lnTo>
                    <a:pt x="356" y="191"/>
                  </a:lnTo>
                  <a:lnTo>
                    <a:pt x="356" y="22"/>
                  </a:lnTo>
                  <a:lnTo>
                    <a:pt x="317" y="22"/>
                  </a:lnTo>
                  <a:lnTo>
                    <a:pt x="311" y="19"/>
                  </a:lnTo>
                  <a:lnTo>
                    <a:pt x="311" y="4"/>
                  </a:lnTo>
                  <a:lnTo>
                    <a:pt x="317" y="0"/>
                  </a:lnTo>
                  <a:lnTo>
                    <a:pt x="447" y="0"/>
                  </a:lnTo>
                  <a:lnTo>
                    <a:pt x="453" y="4"/>
                  </a:lnTo>
                  <a:lnTo>
                    <a:pt x="453" y="234"/>
                  </a:lnTo>
                  <a:lnTo>
                    <a:pt x="486" y="234"/>
                  </a:lnTo>
                  <a:lnTo>
                    <a:pt x="492" y="238"/>
                  </a:lnTo>
                  <a:lnTo>
                    <a:pt x="492" y="256"/>
                  </a:lnTo>
                  <a:lnTo>
                    <a:pt x="486" y="260"/>
                  </a:lnTo>
                  <a:lnTo>
                    <a:pt x="363" y="260"/>
                  </a:lnTo>
                  <a:lnTo>
                    <a:pt x="356" y="256"/>
                  </a:lnTo>
                  <a:lnTo>
                    <a:pt x="356" y="216"/>
                  </a:lnTo>
                  <a:lnTo>
                    <a:pt x="317" y="216"/>
                  </a:lnTo>
                  <a:lnTo>
                    <a:pt x="317" y="234"/>
                  </a:lnTo>
                  <a:lnTo>
                    <a:pt x="311" y="238"/>
                  </a:lnTo>
                  <a:lnTo>
                    <a:pt x="272" y="238"/>
                  </a:lnTo>
                  <a:lnTo>
                    <a:pt x="272" y="256"/>
                  </a:lnTo>
                  <a:lnTo>
                    <a:pt x="266" y="260"/>
                  </a:lnTo>
                  <a:lnTo>
                    <a:pt x="136" y="260"/>
                  </a:lnTo>
                  <a:lnTo>
                    <a:pt x="130" y="256"/>
                  </a:lnTo>
                  <a:lnTo>
                    <a:pt x="130" y="238"/>
                  </a:lnTo>
                  <a:lnTo>
                    <a:pt x="97" y="238"/>
                  </a:lnTo>
                  <a:lnTo>
                    <a:pt x="91" y="234"/>
                  </a:lnTo>
                  <a:lnTo>
                    <a:pt x="91" y="216"/>
                  </a:lnTo>
                  <a:lnTo>
                    <a:pt x="52" y="216"/>
                  </a:lnTo>
                  <a:lnTo>
                    <a:pt x="46" y="212"/>
                  </a:lnTo>
                  <a:lnTo>
                    <a:pt x="46" y="22"/>
                  </a:lnTo>
                  <a:lnTo>
                    <a:pt x="7" y="22"/>
                  </a:lnTo>
                  <a:lnTo>
                    <a:pt x="0" y="19"/>
                  </a:lnTo>
                  <a:lnTo>
                    <a:pt x="0" y="4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3480" y="2156"/>
              <a:ext cx="70" cy="73"/>
            </a:xfrm>
            <a:custGeom>
              <a:avLst/>
              <a:gdLst/>
              <a:ahLst/>
              <a:cxnLst/>
              <a:rect l="l" t="t" r="r" b="b"/>
              <a:pathLst>
                <a:path w="312" h="326" extrusionOk="0">
                  <a:moveTo>
                    <a:pt x="139" y="0"/>
                  </a:moveTo>
                  <a:lnTo>
                    <a:pt x="171" y="0"/>
                  </a:lnTo>
                  <a:lnTo>
                    <a:pt x="178" y="3"/>
                  </a:lnTo>
                  <a:lnTo>
                    <a:pt x="178" y="66"/>
                  </a:lnTo>
                  <a:lnTo>
                    <a:pt x="304" y="66"/>
                  </a:lnTo>
                  <a:lnTo>
                    <a:pt x="311" y="69"/>
                  </a:lnTo>
                  <a:lnTo>
                    <a:pt x="311" y="84"/>
                  </a:lnTo>
                  <a:lnTo>
                    <a:pt x="304" y="88"/>
                  </a:lnTo>
                  <a:lnTo>
                    <a:pt x="178" y="88"/>
                  </a:lnTo>
                  <a:lnTo>
                    <a:pt x="178" y="301"/>
                  </a:lnTo>
                  <a:lnTo>
                    <a:pt x="259" y="301"/>
                  </a:lnTo>
                  <a:lnTo>
                    <a:pt x="259" y="281"/>
                  </a:lnTo>
                  <a:lnTo>
                    <a:pt x="265" y="279"/>
                  </a:lnTo>
                  <a:lnTo>
                    <a:pt x="304" y="279"/>
                  </a:lnTo>
                  <a:lnTo>
                    <a:pt x="311" y="281"/>
                  </a:lnTo>
                  <a:lnTo>
                    <a:pt x="311" y="301"/>
                  </a:lnTo>
                  <a:lnTo>
                    <a:pt x="304" y="303"/>
                  </a:lnTo>
                  <a:lnTo>
                    <a:pt x="265" y="303"/>
                  </a:lnTo>
                  <a:lnTo>
                    <a:pt x="265" y="321"/>
                  </a:lnTo>
                  <a:lnTo>
                    <a:pt x="259" y="325"/>
                  </a:lnTo>
                  <a:lnTo>
                    <a:pt x="139" y="325"/>
                  </a:lnTo>
                  <a:lnTo>
                    <a:pt x="133" y="321"/>
                  </a:lnTo>
                  <a:lnTo>
                    <a:pt x="133" y="303"/>
                  </a:lnTo>
                  <a:lnTo>
                    <a:pt x="94" y="303"/>
                  </a:lnTo>
                  <a:lnTo>
                    <a:pt x="91" y="301"/>
                  </a:lnTo>
                  <a:lnTo>
                    <a:pt x="91" y="88"/>
                  </a:lnTo>
                  <a:lnTo>
                    <a:pt x="6" y="88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6" y="66"/>
                  </a:lnTo>
                  <a:lnTo>
                    <a:pt x="45" y="66"/>
                  </a:lnTo>
                  <a:lnTo>
                    <a:pt x="45" y="47"/>
                  </a:lnTo>
                  <a:lnTo>
                    <a:pt x="52" y="44"/>
                  </a:lnTo>
                  <a:lnTo>
                    <a:pt x="91" y="44"/>
                  </a:lnTo>
                  <a:lnTo>
                    <a:pt x="91" y="25"/>
                  </a:lnTo>
                  <a:lnTo>
                    <a:pt x="94" y="23"/>
                  </a:lnTo>
                  <a:lnTo>
                    <a:pt x="133" y="23"/>
                  </a:lnTo>
                  <a:lnTo>
                    <a:pt x="133" y="3"/>
                  </a:lnTo>
                  <a:lnTo>
                    <a:pt x="139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8" name="Google Shape;68;p3"/>
            <p:cNvSpPr/>
            <p:nvPr/>
          </p:nvSpPr>
          <p:spPr>
            <a:xfrm>
              <a:off x="3490" y="2308"/>
              <a:ext cx="98" cy="82"/>
            </a:xfrm>
            <a:custGeom>
              <a:avLst/>
              <a:gdLst/>
              <a:ahLst/>
              <a:cxnLst/>
              <a:rect l="l" t="t" r="r" b="b"/>
              <a:pathLst>
                <a:path w="435" h="366" extrusionOk="0">
                  <a:moveTo>
                    <a:pt x="175" y="21"/>
                  </a:moveTo>
                  <a:lnTo>
                    <a:pt x="256" y="21"/>
                  </a:lnTo>
                  <a:lnTo>
                    <a:pt x="256" y="41"/>
                  </a:lnTo>
                  <a:lnTo>
                    <a:pt x="262" y="43"/>
                  </a:lnTo>
                  <a:lnTo>
                    <a:pt x="298" y="43"/>
                  </a:lnTo>
                  <a:lnTo>
                    <a:pt x="298" y="61"/>
                  </a:lnTo>
                  <a:lnTo>
                    <a:pt x="304" y="65"/>
                  </a:lnTo>
                  <a:lnTo>
                    <a:pt x="343" y="65"/>
                  </a:lnTo>
                  <a:lnTo>
                    <a:pt x="343" y="190"/>
                  </a:lnTo>
                  <a:lnTo>
                    <a:pt x="304" y="190"/>
                  </a:lnTo>
                  <a:lnTo>
                    <a:pt x="298" y="193"/>
                  </a:lnTo>
                  <a:lnTo>
                    <a:pt x="298" y="212"/>
                  </a:lnTo>
                  <a:lnTo>
                    <a:pt x="262" y="212"/>
                  </a:lnTo>
                  <a:lnTo>
                    <a:pt x="256" y="215"/>
                  </a:lnTo>
                  <a:lnTo>
                    <a:pt x="256" y="234"/>
                  </a:lnTo>
                  <a:lnTo>
                    <a:pt x="175" y="234"/>
                  </a:lnTo>
                  <a:lnTo>
                    <a:pt x="175" y="215"/>
                  </a:lnTo>
                  <a:lnTo>
                    <a:pt x="168" y="212"/>
                  </a:lnTo>
                  <a:lnTo>
                    <a:pt x="133" y="212"/>
                  </a:lnTo>
                  <a:lnTo>
                    <a:pt x="133" y="43"/>
                  </a:lnTo>
                  <a:lnTo>
                    <a:pt x="168" y="43"/>
                  </a:lnTo>
                  <a:lnTo>
                    <a:pt x="175" y="41"/>
                  </a:lnTo>
                  <a:lnTo>
                    <a:pt x="175" y="21"/>
                  </a:lnTo>
                  <a:close/>
                  <a:moveTo>
                    <a:pt x="7" y="0"/>
                  </a:moveTo>
                  <a:lnTo>
                    <a:pt x="126" y="0"/>
                  </a:lnTo>
                  <a:lnTo>
                    <a:pt x="133" y="2"/>
                  </a:lnTo>
                  <a:lnTo>
                    <a:pt x="133" y="17"/>
                  </a:lnTo>
                  <a:lnTo>
                    <a:pt x="168" y="17"/>
                  </a:lnTo>
                  <a:lnTo>
                    <a:pt x="168" y="2"/>
                  </a:lnTo>
                  <a:lnTo>
                    <a:pt x="175" y="0"/>
                  </a:lnTo>
                  <a:lnTo>
                    <a:pt x="298" y="0"/>
                  </a:lnTo>
                  <a:lnTo>
                    <a:pt x="304" y="2"/>
                  </a:lnTo>
                  <a:lnTo>
                    <a:pt x="304" y="17"/>
                  </a:lnTo>
                  <a:lnTo>
                    <a:pt x="385" y="17"/>
                  </a:lnTo>
                  <a:lnTo>
                    <a:pt x="392" y="21"/>
                  </a:lnTo>
                  <a:lnTo>
                    <a:pt x="392" y="61"/>
                  </a:lnTo>
                  <a:lnTo>
                    <a:pt x="427" y="61"/>
                  </a:lnTo>
                  <a:lnTo>
                    <a:pt x="434" y="65"/>
                  </a:lnTo>
                  <a:lnTo>
                    <a:pt x="434" y="190"/>
                  </a:lnTo>
                  <a:lnTo>
                    <a:pt x="427" y="193"/>
                  </a:lnTo>
                  <a:lnTo>
                    <a:pt x="392" y="193"/>
                  </a:lnTo>
                  <a:lnTo>
                    <a:pt x="392" y="234"/>
                  </a:lnTo>
                  <a:lnTo>
                    <a:pt x="385" y="237"/>
                  </a:lnTo>
                  <a:lnTo>
                    <a:pt x="304" y="237"/>
                  </a:lnTo>
                  <a:lnTo>
                    <a:pt x="304" y="256"/>
                  </a:lnTo>
                  <a:lnTo>
                    <a:pt x="298" y="258"/>
                  </a:lnTo>
                  <a:lnTo>
                    <a:pt x="175" y="258"/>
                  </a:lnTo>
                  <a:lnTo>
                    <a:pt x="168" y="256"/>
                  </a:lnTo>
                  <a:lnTo>
                    <a:pt x="168" y="237"/>
                  </a:lnTo>
                  <a:lnTo>
                    <a:pt x="133" y="237"/>
                  </a:lnTo>
                  <a:lnTo>
                    <a:pt x="133" y="340"/>
                  </a:lnTo>
                  <a:lnTo>
                    <a:pt x="168" y="340"/>
                  </a:lnTo>
                  <a:lnTo>
                    <a:pt x="175" y="344"/>
                  </a:lnTo>
                  <a:lnTo>
                    <a:pt x="175" y="361"/>
                  </a:lnTo>
                  <a:lnTo>
                    <a:pt x="168" y="365"/>
                  </a:lnTo>
                  <a:lnTo>
                    <a:pt x="7" y="365"/>
                  </a:lnTo>
                  <a:lnTo>
                    <a:pt x="0" y="361"/>
                  </a:lnTo>
                  <a:lnTo>
                    <a:pt x="0" y="344"/>
                  </a:lnTo>
                  <a:lnTo>
                    <a:pt x="7" y="340"/>
                  </a:lnTo>
                  <a:lnTo>
                    <a:pt x="45" y="340"/>
                  </a:lnTo>
                  <a:lnTo>
                    <a:pt x="45" y="21"/>
                  </a:lnTo>
                  <a:lnTo>
                    <a:pt x="7" y="21"/>
                  </a:lnTo>
                  <a:lnTo>
                    <a:pt x="0" y="17"/>
                  </a:lnTo>
                  <a:lnTo>
                    <a:pt x="0" y="2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9" name="Google Shape;69;p3"/>
            <p:cNvSpPr/>
            <p:nvPr/>
          </p:nvSpPr>
          <p:spPr>
            <a:xfrm>
              <a:off x="3490" y="2444"/>
              <a:ext cx="111" cy="58"/>
            </a:xfrm>
            <a:custGeom>
              <a:avLst/>
              <a:gdLst/>
              <a:ahLst/>
              <a:cxnLst/>
              <a:rect l="l" t="t" r="r" b="b"/>
              <a:pathLst>
                <a:path w="493" h="261" extrusionOk="0">
                  <a:moveTo>
                    <a:pt x="7" y="0"/>
                  </a:moveTo>
                  <a:lnTo>
                    <a:pt x="130" y="0"/>
                  </a:lnTo>
                  <a:lnTo>
                    <a:pt x="136" y="4"/>
                  </a:lnTo>
                  <a:lnTo>
                    <a:pt x="136" y="190"/>
                  </a:lnTo>
                  <a:lnTo>
                    <a:pt x="175" y="190"/>
                  </a:lnTo>
                  <a:lnTo>
                    <a:pt x="182" y="194"/>
                  </a:lnTo>
                  <a:lnTo>
                    <a:pt x="182" y="212"/>
                  </a:lnTo>
                  <a:lnTo>
                    <a:pt x="311" y="212"/>
                  </a:lnTo>
                  <a:lnTo>
                    <a:pt x="311" y="194"/>
                  </a:lnTo>
                  <a:lnTo>
                    <a:pt x="317" y="190"/>
                  </a:lnTo>
                  <a:lnTo>
                    <a:pt x="356" y="190"/>
                  </a:lnTo>
                  <a:lnTo>
                    <a:pt x="356" y="21"/>
                  </a:lnTo>
                  <a:lnTo>
                    <a:pt x="317" y="21"/>
                  </a:lnTo>
                  <a:lnTo>
                    <a:pt x="311" y="19"/>
                  </a:lnTo>
                  <a:lnTo>
                    <a:pt x="311" y="4"/>
                  </a:lnTo>
                  <a:lnTo>
                    <a:pt x="317" y="0"/>
                  </a:lnTo>
                  <a:lnTo>
                    <a:pt x="447" y="0"/>
                  </a:lnTo>
                  <a:lnTo>
                    <a:pt x="453" y="4"/>
                  </a:lnTo>
                  <a:lnTo>
                    <a:pt x="453" y="234"/>
                  </a:lnTo>
                  <a:lnTo>
                    <a:pt x="486" y="234"/>
                  </a:lnTo>
                  <a:lnTo>
                    <a:pt x="492" y="238"/>
                  </a:lnTo>
                  <a:lnTo>
                    <a:pt x="492" y="256"/>
                  </a:lnTo>
                  <a:lnTo>
                    <a:pt x="486" y="260"/>
                  </a:lnTo>
                  <a:lnTo>
                    <a:pt x="363" y="260"/>
                  </a:lnTo>
                  <a:lnTo>
                    <a:pt x="356" y="256"/>
                  </a:lnTo>
                  <a:lnTo>
                    <a:pt x="356" y="216"/>
                  </a:lnTo>
                  <a:lnTo>
                    <a:pt x="317" y="216"/>
                  </a:lnTo>
                  <a:lnTo>
                    <a:pt x="317" y="234"/>
                  </a:lnTo>
                  <a:lnTo>
                    <a:pt x="311" y="238"/>
                  </a:lnTo>
                  <a:lnTo>
                    <a:pt x="272" y="238"/>
                  </a:lnTo>
                  <a:lnTo>
                    <a:pt x="272" y="256"/>
                  </a:lnTo>
                  <a:lnTo>
                    <a:pt x="266" y="260"/>
                  </a:lnTo>
                  <a:lnTo>
                    <a:pt x="136" y="260"/>
                  </a:lnTo>
                  <a:lnTo>
                    <a:pt x="130" y="256"/>
                  </a:lnTo>
                  <a:lnTo>
                    <a:pt x="130" y="238"/>
                  </a:lnTo>
                  <a:lnTo>
                    <a:pt x="97" y="238"/>
                  </a:lnTo>
                  <a:lnTo>
                    <a:pt x="91" y="234"/>
                  </a:lnTo>
                  <a:lnTo>
                    <a:pt x="91" y="216"/>
                  </a:lnTo>
                  <a:lnTo>
                    <a:pt x="52" y="216"/>
                  </a:lnTo>
                  <a:lnTo>
                    <a:pt x="46" y="212"/>
                  </a:lnTo>
                  <a:lnTo>
                    <a:pt x="46" y="21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4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>
              <a:off x="3480" y="2566"/>
              <a:ext cx="70" cy="73"/>
            </a:xfrm>
            <a:custGeom>
              <a:avLst/>
              <a:gdLst/>
              <a:ahLst/>
              <a:cxnLst/>
              <a:rect l="l" t="t" r="r" b="b"/>
              <a:pathLst>
                <a:path w="312" h="326" extrusionOk="0">
                  <a:moveTo>
                    <a:pt x="139" y="0"/>
                  </a:moveTo>
                  <a:lnTo>
                    <a:pt x="171" y="0"/>
                  </a:lnTo>
                  <a:lnTo>
                    <a:pt x="178" y="3"/>
                  </a:lnTo>
                  <a:lnTo>
                    <a:pt x="178" y="66"/>
                  </a:lnTo>
                  <a:lnTo>
                    <a:pt x="304" y="66"/>
                  </a:lnTo>
                  <a:lnTo>
                    <a:pt x="311" y="69"/>
                  </a:lnTo>
                  <a:lnTo>
                    <a:pt x="311" y="84"/>
                  </a:lnTo>
                  <a:lnTo>
                    <a:pt x="304" y="88"/>
                  </a:lnTo>
                  <a:lnTo>
                    <a:pt x="178" y="88"/>
                  </a:lnTo>
                  <a:lnTo>
                    <a:pt x="178" y="300"/>
                  </a:lnTo>
                  <a:lnTo>
                    <a:pt x="259" y="300"/>
                  </a:lnTo>
                  <a:lnTo>
                    <a:pt x="259" y="281"/>
                  </a:lnTo>
                  <a:lnTo>
                    <a:pt x="265" y="278"/>
                  </a:lnTo>
                  <a:lnTo>
                    <a:pt x="304" y="278"/>
                  </a:lnTo>
                  <a:lnTo>
                    <a:pt x="311" y="281"/>
                  </a:lnTo>
                  <a:lnTo>
                    <a:pt x="311" y="300"/>
                  </a:lnTo>
                  <a:lnTo>
                    <a:pt x="304" y="303"/>
                  </a:lnTo>
                  <a:lnTo>
                    <a:pt x="265" y="303"/>
                  </a:lnTo>
                  <a:lnTo>
                    <a:pt x="265" y="322"/>
                  </a:lnTo>
                  <a:lnTo>
                    <a:pt x="259" y="325"/>
                  </a:lnTo>
                  <a:lnTo>
                    <a:pt x="139" y="325"/>
                  </a:lnTo>
                  <a:lnTo>
                    <a:pt x="133" y="322"/>
                  </a:lnTo>
                  <a:lnTo>
                    <a:pt x="133" y="303"/>
                  </a:lnTo>
                  <a:lnTo>
                    <a:pt x="94" y="303"/>
                  </a:lnTo>
                  <a:lnTo>
                    <a:pt x="91" y="300"/>
                  </a:lnTo>
                  <a:lnTo>
                    <a:pt x="91" y="88"/>
                  </a:lnTo>
                  <a:lnTo>
                    <a:pt x="6" y="88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6" y="66"/>
                  </a:lnTo>
                  <a:lnTo>
                    <a:pt x="45" y="66"/>
                  </a:lnTo>
                  <a:lnTo>
                    <a:pt x="45" y="47"/>
                  </a:lnTo>
                  <a:lnTo>
                    <a:pt x="52" y="44"/>
                  </a:lnTo>
                  <a:lnTo>
                    <a:pt x="91" y="44"/>
                  </a:lnTo>
                  <a:lnTo>
                    <a:pt x="91" y="25"/>
                  </a:lnTo>
                  <a:lnTo>
                    <a:pt x="94" y="22"/>
                  </a:lnTo>
                  <a:lnTo>
                    <a:pt x="133" y="22"/>
                  </a:lnTo>
                  <a:lnTo>
                    <a:pt x="133" y="3"/>
                  </a:lnTo>
                  <a:lnTo>
                    <a:pt x="139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71" name="Google Shape;71;p3"/>
          <p:cNvGrpSpPr/>
          <p:nvPr/>
        </p:nvGrpSpPr>
        <p:grpSpPr>
          <a:xfrm>
            <a:off x="4200525" y="2435225"/>
            <a:ext cx="335120" cy="2436976"/>
            <a:chOff x="2400" y="1392"/>
            <a:chExt cx="192" cy="1392"/>
          </a:xfrm>
        </p:grpSpPr>
        <p:sp>
          <p:nvSpPr>
            <p:cNvPr id="72" name="Google Shape;72;p3"/>
            <p:cNvSpPr/>
            <p:nvPr/>
          </p:nvSpPr>
          <p:spPr>
            <a:xfrm>
              <a:off x="2411" y="1392"/>
              <a:ext cx="111" cy="151"/>
            </a:xfrm>
            <a:custGeom>
              <a:avLst/>
              <a:gdLst/>
              <a:ahLst/>
              <a:cxnLst/>
              <a:rect l="l" t="t" r="r" b="b"/>
              <a:pathLst>
                <a:path w="495" h="669" extrusionOk="0">
                  <a:moveTo>
                    <a:pt x="137" y="0"/>
                  </a:moveTo>
                  <a:lnTo>
                    <a:pt x="313" y="0"/>
                  </a:lnTo>
                  <a:lnTo>
                    <a:pt x="318" y="6"/>
                  </a:lnTo>
                  <a:lnTo>
                    <a:pt x="318" y="39"/>
                  </a:lnTo>
                  <a:lnTo>
                    <a:pt x="403" y="39"/>
                  </a:lnTo>
                  <a:lnTo>
                    <a:pt x="403" y="6"/>
                  </a:lnTo>
                  <a:lnTo>
                    <a:pt x="408" y="0"/>
                  </a:lnTo>
                  <a:lnTo>
                    <a:pt x="447" y="0"/>
                  </a:lnTo>
                  <a:lnTo>
                    <a:pt x="455" y="6"/>
                  </a:lnTo>
                  <a:lnTo>
                    <a:pt x="455" y="199"/>
                  </a:lnTo>
                  <a:lnTo>
                    <a:pt x="447" y="204"/>
                  </a:lnTo>
                  <a:lnTo>
                    <a:pt x="408" y="204"/>
                  </a:lnTo>
                  <a:lnTo>
                    <a:pt x="403" y="199"/>
                  </a:lnTo>
                  <a:lnTo>
                    <a:pt x="403" y="124"/>
                  </a:lnTo>
                  <a:lnTo>
                    <a:pt x="364" y="124"/>
                  </a:lnTo>
                  <a:lnTo>
                    <a:pt x="357" y="119"/>
                  </a:lnTo>
                  <a:lnTo>
                    <a:pt x="357" y="85"/>
                  </a:lnTo>
                  <a:lnTo>
                    <a:pt x="274" y="85"/>
                  </a:lnTo>
                  <a:lnTo>
                    <a:pt x="266" y="79"/>
                  </a:lnTo>
                  <a:lnTo>
                    <a:pt x="266" y="45"/>
                  </a:lnTo>
                  <a:lnTo>
                    <a:pt x="137" y="45"/>
                  </a:lnTo>
                  <a:lnTo>
                    <a:pt x="137" y="79"/>
                  </a:lnTo>
                  <a:lnTo>
                    <a:pt x="129" y="85"/>
                  </a:lnTo>
                  <a:lnTo>
                    <a:pt x="97" y="85"/>
                  </a:lnTo>
                  <a:lnTo>
                    <a:pt x="97" y="199"/>
                  </a:lnTo>
                  <a:lnTo>
                    <a:pt x="129" y="199"/>
                  </a:lnTo>
                  <a:lnTo>
                    <a:pt x="137" y="204"/>
                  </a:lnTo>
                  <a:lnTo>
                    <a:pt x="137" y="231"/>
                  </a:lnTo>
                  <a:lnTo>
                    <a:pt x="220" y="231"/>
                  </a:lnTo>
                  <a:lnTo>
                    <a:pt x="227" y="237"/>
                  </a:lnTo>
                  <a:lnTo>
                    <a:pt x="227" y="271"/>
                  </a:lnTo>
                  <a:lnTo>
                    <a:pt x="313" y="271"/>
                  </a:lnTo>
                  <a:lnTo>
                    <a:pt x="318" y="277"/>
                  </a:lnTo>
                  <a:lnTo>
                    <a:pt x="318" y="310"/>
                  </a:lnTo>
                  <a:lnTo>
                    <a:pt x="403" y="310"/>
                  </a:lnTo>
                  <a:lnTo>
                    <a:pt x="408" y="316"/>
                  </a:lnTo>
                  <a:lnTo>
                    <a:pt x="408" y="351"/>
                  </a:lnTo>
                  <a:lnTo>
                    <a:pt x="447" y="351"/>
                  </a:lnTo>
                  <a:lnTo>
                    <a:pt x="455" y="356"/>
                  </a:lnTo>
                  <a:lnTo>
                    <a:pt x="455" y="390"/>
                  </a:lnTo>
                  <a:lnTo>
                    <a:pt x="487" y="390"/>
                  </a:lnTo>
                  <a:lnTo>
                    <a:pt x="494" y="395"/>
                  </a:lnTo>
                  <a:lnTo>
                    <a:pt x="494" y="544"/>
                  </a:lnTo>
                  <a:lnTo>
                    <a:pt x="487" y="549"/>
                  </a:lnTo>
                  <a:lnTo>
                    <a:pt x="455" y="549"/>
                  </a:lnTo>
                  <a:lnTo>
                    <a:pt x="455" y="583"/>
                  </a:lnTo>
                  <a:lnTo>
                    <a:pt x="447" y="588"/>
                  </a:lnTo>
                  <a:lnTo>
                    <a:pt x="408" y="588"/>
                  </a:lnTo>
                  <a:lnTo>
                    <a:pt x="408" y="623"/>
                  </a:lnTo>
                  <a:lnTo>
                    <a:pt x="403" y="629"/>
                  </a:lnTo>
                  <a:lnTo>
                    <a:pt x="318" y="629"/>
                  </a:lnTo>
                  <a:lnTo>
                    <a:pt x="318" y="662"/>
                  </a:lnTo>
                  <a:lnTo>
                    <a:pt x="313" y="668"/>
                  </a:lnTo>
                  <a:lnTo>
                    <a:pt x="137" y="668"/>
                  </a:lnTo>
                  <a:lnTo>
                    <a:pt x="129" y="662"/>
                  </a:lnTo>
                  <a:lnTo>
                    <a:pt x="129" y="629"/>
                  </a:lnTo>
                  <a:lnTo>
                    <a:pt x="51" y="629"/>
                  </a:lnTo>
                  <a:lnTo>
                    <a:pt x="51" y="662"/>
                  </a:lnTo>
                  <a:lnTo>
                    <a:pt x="46" y="668"/>
                  </a:lnTo>
                  <a:lnTo>
                    <a:pt x="4" y="668"/>
                  </a:lnTo>
                  <a:lnTo>
                    <a:pt x="0" y="662"/>
                  </a:lnTo>
                  <a:lnTo>
                    <a:pt x="0" y="475"/>
                  </a:lnTo>
                  <a:lnTo>
                    <a:pt x="4" y="469"/>
                  </a:lnTo>
                  <a:lnTo>
                    <a:pt x="46" y="469"/>
                  </a:lnTo>
                  <a:lnTo>
                    <a:pt x="51" y="475"/>
                  </a:lnTo>
                  <a:lnTo>
                    <a:pt x="51" y="544"/>
                  </a:lnTo>
                  <a:lnTo>
                    <a:pt x="90" y="544"/>
                  </a:lnTo>
                  <a:lnTo>
                    <a:pt x="97" y="549"/>
                  </a:lnTo>
                  <a:lnTo>
                    <a:pt x="97" y="583"/>
                  </a:lnTo>
                  <a:lnTo>
                    <a:pt x="176" y="583"/>
                  </a:lnTo>
                  <a:lnTo>
                    <a:pt x="181" y="588"/>
                  </a:lnTo>
                  <a:lnTo>
                    <a:pt x="181" y="623"/>
                  </a:lnTo>
                  <a:lnTo>
                    <a:pt x="313" y="623"/>
                  </a:lnTo>
                  <a:lnTo>
                    <a:pt x="313" y="588"/>
                  </a:lnTo>
                  <a:lnTo>
                    <a:pt x="318" y="583"/>
                  </a:lnTo>
                  <a:lnTo>
                    <a:pt x="357" y="583"/>
                  </a:lnTo>
                  <a:lnTo>
                    <a:pt x="357" y="549"/>
                  </a:lnTo>
                  <a:lnTo>
                    <a:pt x="364" y="544"/>
                  </a:lnTo>
                  <a:lnTo>
                    <a:pt x="403" y="544"/>
                  </a:lnTo>
                  <a:lnTo>
                    <a:pt x="403" y="435"/>
                  </a:lnTo>
                  <a:lnTo>
                    <a:pt x="364" y="435"/>
                  </a:lnTo>
                  <a:lnTo>
                    <a:pt x="357" y="430"/>
                  </a:lnTo>
                  <a:lnTo>
                    <a:pt x="357" y="395"/>
                  </a:lnTo>
                  <a:lnTo>
                    <a:pt x="274" y="395"/>
                  </a:lnTo>
                  <a:lnTo>
                    <a:pt x="266" y="390"/>
                  </a:lnTo>
                  <a:lnTo>
                    <a:pt x="266" y="356"/>
                  </a:lnTo>
                  <a:lnTo>
                    <a:pt x="181" y="356"/>
                  </a:lnTo>
                  <a:lnTo>
                    <a:pt x="176" y="351"/>
                  </a:lnTo>
                  <a:lnTo>
                    <a:pt x="176" y="316"/>
                  </a:lnTo>
                  <a:lnTo>
                    <a:pt x="137" y="316"/>
                  </a:lnTo>
                  <a:lnTo>
                    <a:pt x="129" y="310"/>
                  </a:lnTo>
                  <a:lnTo>
                    <a:pt x="129" y="277"/>
                  </a:lnTo>
                  <a:lnTo>
                    <a:pt x="51" y="277"/>
                  </a:lnTo>
                  <a:lnTo>
                    <a:pt x="46" y="271"/>
                  </a:lnTo>
                  <a:lnTo>
                    <a:pt x="46" y="237"/>
                  </a:lnTo>
                  <a:lnTo>
                    <a:pt x="4" y="237"/>
                  </a:lnTo>
                  <a:lnTo>
                    <a:pt x="0" y="231"/>
                  </a:lnTo>
                  <a:lnTo>
                    <a:pt x="0" y="85"/>
                  </a:lnTo>
                  <a:lnTo>
                    <a:pt x="4" y="79"/>
                  </a:lnTo>
                  <a:lnTo>
                    <a:pt x="46" y="79"/>
                  </a:lnTo>
                  <a:lnTo>
                    <a:pt x="46" y="45"/>
                  </a:lnTo>
                  <a:lnTo>
                    <a:pt x="51" y="39"/>
                  </a:lnTo>
                  <a:lnTo>
                    <a:pt x="129" y="39"/>
                  </a:lnTo>
                  <a:lnTo>
                    <a:pt x="129" y="6"/>
                  </a:lnTo>
                  <a:lnTo>
                    <a:pt x="137" y="0"/>
                  </a:lnTo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2400" y="1685"/>
              <a:ext cx="109" cy="149"/>
            </a:xfrm>
            <a:custGeom>
              <a:avLst/>
              <a:gdLst/>
              <a:ahLst/>
              <a:cxnLst/>
              <a:rect l="l" t="t" r="r" b="b"/>
              <a:pathLst>
                <a:path w="486" h="663" extrusionOk="0">
                  <a:moveTo>
                    <a:pt x="7" y="0"/>
                  </a:moveTo>
                  <a:lnTo>
                    <a:pt x="171" y="0"/>
                  </a:lnTo>
                  <a:lnTo>
                    <a:pt x="176" y="6"/>
                  </a:lnTo>
                  <a:lnTo>
                    <a:pt x="176" y="32"/>
                  </a:lnTo>
                  <a:lnTo>
                    <a:pt x="171" y="38"/>
                  </a:lnTo>
                  <a:lnTo>
                    <a:pt x="140" y="38"/>
                  </a:lnTo>
                  <a:lnTo>
                    <a:pt x="140" y="112"/>
                  </a:lnTo>
                  <a:lnTo>
                    <a:pt x="171" y="112"/>
                  </a:lnTo>
                  <a:lnTo>
                    <a:pt x="176" y="117"/>
                  </a:lnTo>
                  <a:lnTo>
                    <a:pt x="176" y="231"/>
                  </a:lnTo>
                  <a:lnTo>
                    <a:pt x="215" y="231"/>
                  </a:lnTo>
                  <a:lnTo>
                    <a:pt x="220" y="237"/>
                  </a:lnTo>
                  <a:lnTo>
                    <a:pt x="220" y="345"/>
                  </a:lnTo>
                  <a:lnTo>
                    <a:pt x="259" y="345"/>
                  </a:lnTo>
                  <a:lnTo>
                    <a:pt x="259" y="316"/>
                  </a:lnTo>
                  <a:lnTo>
                    <a:pt x="264" y="310"/>
                  </a:lnTo>
                  <a:lnTo>
                    <a:pt x="301" y="310"/>
                  </a:lnTo>
                  <a:lnTo>
                    <a:pt x="301" y="197"/>
                  </a:lnTo>
                  <a:lnTo>
                    <a:pt x="308" y="191"/>
                  </a:lnTo>
                  <a:lnTo>
                    <a:pt x="345" y="191"/>
                  </a:lnTo>
                  <a:lnTo>
                    <a:pt x="345" y="38"/>
                  </a:lnTo>
                  <a:lnTo>
                    <a:pt x="308" y="38"/>
                  </a:lnTo>
                  <a:lnTo>
                    <a:pt x="301" y="32"/>
                  </a:lnTo>
                  <a:lnTo>
                    <a:pt x="301" y="6"/>
                  </a:lnTo>
                  <a:lnTo>
                    <a:pt x="308" y="0"/>
                  </a:lnTo>
                  <a:lnTo>
                    <a:pt x="477" y="0"/>
                  </a:lnTo>
                  <a:lnTo>
                    <a:pt x="485" y="6"/>
                  </a:lnTo>
                  <a:lnTo>
                    <a:pt x="485" y="32"/>
                  </a:lnTo>
                  <a:lnTo>
                    <a:pt x="477" y="38"/>
                  </a:lnTo>
                  <a:lnTo>
                    <a:pt x="441" y="38"/>
                  </a:lnTo>
                  <a:lnTo>
                    <a:pt x="441" y="73"/>
                  </a:lnTo>
                  <a:lnTo>
                    <a:pt x="433" y="78"/>
                  </a:lnTo>
                  <a:lnTo>
                    <a:pt x="397" y="78"/>
                  </a:lnTo>
                  <a:lnTo>
                    <a:pt x="397" y="191"/>
                  </a:lnTo>
                  <a:lnTo>
                    <a:pt x="389" y="197"/>
                  </a:lnTo>
                  <a:lnTo>
                    <a:pt x="353" y="197"/>
                  </a:lnTo>
                  <a:lnTo>
                    <a:pt x="353" y="310"/>
                  </a:lnTo>
                  <a:lnTo>
                    <a:pt x="345" y="316"/>
                  </a:lnTo>
                  <a:lnTo>
                    <a:pt x="308" y="316"/>
                  </a:lnTo>
                  <a:lnTo>
                    <a:pt x="308" y="424"/>
                  </a:lnTo>
                  <a:lnTo>
                    <a:pt x="301" y="430"/>
                  </a:lnTo>
                  <a:lnTo>
                    <a:pt x="264" y="430"/>
                  </a:lnTo>
                  <a:lnTo>
                    <a:pt x="264" y="504"/>
                  </a:lnTo>
                  <a:lnTo>
                    <a:pt x="259" y="509"/>
                  </a:lnTo>
                  <a:lnTo>
                    <a:pt x="220" y="509"/>
                  </a:lnTo>
                  <a:lnTo>
                    <a:pt x="220" y="583"/>
                  </a:lnTo>
                  <a:lnTo>
                    <a:pt x="215" y="588"/>
                  </a:lnTo>
                  <a:lnTo>
                    <a:pt x="176" y="588"/>
                  </a:lnTo>
                  <a:lnTo>
                    <a:pt x="176" y="617"/>
                  </a:lnTo>
                  <a:lnTo>
                    <a:pt x="171" y="623"/>
                  </a:lnTo>
                  <a:lnTo>
                    <a:pt x="140" y="623"/>
                  </a:lnTo>
                  <a:lnTo>
                    <a:pt x="140" y="657"/>
                  </a:lnTo>
                  <a:lnTo>
                    <a:pt x="132" y="662"/>
                  </a:lnTo>
                  <a:lnTo>
                    <a:pt x="7" y="662"/>
                  </a:lnTo>
                  <a:lnTo>
                    <a:pt x="0" y="657"/>
                  </a:lnTo>
                  <a:lnTo>
                    <a:pt x="0" y="588"/>
                  </a:lnTo>
                  <a:lnTo>
                    <a:pt x="7" y="583"/>
                  </a:lnTo>
                  <a:lnTo>
                    <a:pt x="132" y="583"/>
                  </a:lnTo>
                  <a:lnTo>
                    <a:pt x="132" y="548"/>
                  </a:lnTo>
                  <a:lnTo>
                    <a:pt x="140" y="543"/>
                  </a:lnTo>
                  <a:lnTo>
                    <a:pt x="171" y="543"/>
                  </a:lnTo>
                  <a:lnTo>
                    <a:pt x="171" y="469"/>
                  </a:lnTo>
                  <a:lnTo>
                    <a:pt x="176" y="463"/>
                  </a:lnTo>
                  <a:lnTo>
                    <a:pt x="215" y="463"/>
                  </a:lnTo>
                  <a:lnTo>
                    <a:pt x="215" y="430"/>
                  </a:lnTo>
                  <a:lnTo>
                    <a:pt x="176" y="430"/>
                  </a:lnTo>
                  <a:lnTo>
                    <a:pt x="171" y="424"/>
                  </a:lnTo>
                  <a:lnTo>
                    <a:pt x="171" y="351"/>
                  </a:lnTo>
                  <a:lnTo>
                    <a:pt x="140" y="351"/>
                  </a:lnTo>
                  <a:lnTo>
                    <a:pt x="132" y="345"/>
                  </a:lnTo>
                  <a:lnTo>
                    <a:pt x="132" y="237"/>
                  </a:lnTo>
                  <a:lnTo>
                    <a:pt x="95" y="237"/>
                  </a:lnTo>
                  <a:lnTo>
                    <a:pt x="88" y="231"/>
                  </a:lnTo>
                  <a:lnTo>
                    <a:pt x="88" y="117"/>
                  </a:lnTo>
                  <a:lnTo>
                    <a:pt x="51" y="117"/>
                  </a:lnTo>
                  <a:lnTo>
                    <a:pt x="44" y="112"/>
                  </a:lnTo>
                  <a:lnTo>
                    <a:pt x="44" y="38"/>
                  </a:lnTo>
                  <a:lnTo>
                    <a:pt x="7" y="38"/>
                  </a:lnTo>
                  <a:lnTo>
                    <a:pt x="0" y="32"/>
                  </a:lnTo>
                  <a:lnTo>
                    <a:pt x="0" y="6"/>
                  </a:lnTo>
                  <a:lnTo>
                    <a:pt x="7" y="0"/>
                  </a:lnTo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2411" y="1933"/>
              <a:ext cx="80" cy="106"/>
            </a:xfrm>
            <a:custGeom>
              <a:avLst/>
              <a:gdLst/>
              <a:ahLst/>
              <a:cxnLst/>
              <a:rect l="l" t="t" r="r" b="b"/>
              <a:pathLst>
                <a:path w="358" h="470" extrusionOk="0">
                  <a:moveTo>
                    <a:pt x="95" y="0"/>
                  </a:moveTo>
                  <a:lnTo>
                    <a:pt x="306" y="0"/>
                  </a:lnTo>
                  <a:lnTo>
                    <a:pt x="313" y="6"/>
                  </a:lnTo>
                  <a:lnTo>
                    <a:pt x="313" y="112"/>
                  </a:lnTo>
                  <a:lnTo>
                    <a:pt x="306" y="118"/>
                  </a:lnTo>
                  <a:lnTo>
                    <a:pt x="269" y="118"/>
                  </a:lnTo>
                  <a:lnTo>
                    <a:pt x="261" y="112"/>
                  </a:lnTo>
                  <a:lnTo>
                    <a:pt x="261" y="78"/>
                  </a:lnTo>
                  <a:lnTo>
                    <a:pt x="222" y="78"/>
                  </a:lnTo>
                  <a:lnTo>
                    <a:pt x="217" y="73"/>
                  </a:lnTo>
                  <a:lnTo>
                    <a:pt x="217" y="38"/>
                  </a:lnTo>
                  <a:lnTo>
                    <a:pt x="134" y="38"/>
                  </a:lnTo>
                  <a:lnTo>
                    <a:pt x="134" y="73"/>
                  </a:lnTo>
                  <a:lnTo>
                    <a:pt x="127" y="78"/>
                  </a:lnTo>
                  <a:lnTo>
                    <a:pt x="95" y="78"/>
                  </a:lnTo>
                  <a:lnTo>
                    <a:pt x="95" y="112"/>
                  </a:lnTo>
                  <a:lnTo>
                    <a:pt x="127" y="112"/>
                  </a:lnTo>
                  <a:lnTo>
                    <a:pt x="134" y="118"/>
                  </a:lnTo>
                  <a:lnTo>
                    <a:pt x="134" y="152"/>
                  </a:lnTo>
                  <a:lnTo>
                    <a:pt x="171" y="152"/>
                  </a:lnTo>
                  <a:lnTo>
                    <a:pt x="178" y="158"/>
                  </a:lnTo>
                  <a:lnTo>
                    <a:pt x="178" y="191"/>
                  </a:lnTo>
                  <a:lnTo>
                    <a:pt x="261" y="191"/>
                  </a:lnTo>
                  <a:lnTo>
                    <a:pt x="269" y="197"/>
                  </a:lnTo>
                  <a:lnTo>
                    <a:pt x="269" y="231"/>
                  </a:lnTo>
                  <a:lnTo>
                    <a:pt x="306" y="231"/>
                  </a:lnTo>
                  <a:lnTo>
                    <a:pt x="313" y="237"/>
                  </a:lnTo>
                  <a:lnTo>
                    <a:pt x="313" y="270"/>
                  </a:lnTo>
                  <a:lnTo>
                    <a:pt x="352" y="270"/>
                  </a:lnTo>
                  <a:lnTo>
                    <a:pt x="357" y="276"/>
                  </a:lnTo>
                  <a:lnTo>
                    <a:pt x="357" y="384"/>
                  </a:lnTo>
                  <a:lnTo>
                    <a:pt x="352" y="390"/>
                  </a:lnTo>
                  <a:lnTo>
                    <a:pt x="313" y="390"/>
                  </a:lnTo>
                  <a:lnTo>
                    <a:pt x="313" y="425"/>
                  </a:lnTo>
                  <a:lnTo>
                    <a:pt x="306" y="430"/>
                  </a:lnTo>
                  <a:lnTo>
                    <a:pt x="222" y="430"/>
                  </a:lnTo>
                  <a:lnTo>
                    <a:pt x="222" y="464"/>
                  </a:lnTo>
                  <a:lnTo>
                    <a:pt x="217" y="469"/>
                  </a:lnTo>
                  <a:lnTo>
                    <a:pt x="4" y="469"/>
                  </a:lnTo>
                  <a:lnTo>
                    <a:pt x="0" y="464"/>
                  </a:lnTo>
                  <a:lnTo>
                    <a:pt x="0" y="351"/>
                  </a:lnTo>
                  <a:lnTo>
                    <a:pt x="4" y="345"/>
                  </a:lnTo>
                  <a:lnTo>
                    <a:pt x="44" y="345"/>
                  </a:lnTo>
                  <a:lnTo>
                    <a:pt x="51" y="351"/>
                  </a:lnTo>
                  <a:lnTo>
                    <a:pt x="51" y="384"/>
                  </a:lnTo>
                  <a:lnTo>
                    <a:pt x="90" y="384"/>
                  </a:lnTo>
                  <a:lnTo>
                    <a:pt x="95" y="390"/>
                  </a:lnTo>
                  <a:lnTo>
                    <a:pt x="95" y="425"/>
                  </a:lnTo>
                  <a:lnTo>
                    <a:pt x="217" y="425"/>
                  </a:lnTo>
                  <a:lnTo>
                    <a:pt x="217" y="390"/>
                  </a:lnTo>
                  <a:lnTo>
                    <a:pt x="222" y="384"/>
                  </a:lnTo>
                  <a:lnTo>
                    <a:pt x="261" y="384"/>
                  </a:lnTo>
                  <a:lnTo>
                    <a:pt x="261" y="316"/>
                  </a:lnTo>
                  <a:lnTo>
                    <a:pt x="222" y="316"/>
                  </a:lnTo>
                  <a:lnTo>
                    <a:pt x="217" y="311"/>
                  </a:lnTo>
                  <a:lnTo>
                    <a:pt x="217" y="276"/>
                  </a:lnTo>
                  <a:lnTo>
                    <a:pt x="134" y="276"/>
                  </a:lnTo>
                  <a:lnTo>
                    <a:pt x="127" y="270"/>
                  </a:lnTo>
                  <a:lnTo>
                    <a:pt x="127" y="237"/>
                  </a:lnTo>
                  <a:lnTo>
                    <a:pt x="51" y="237"/>
                  </a:lnTo>
                  <a:lnTo>
                    <a:pt x="44" y="231"/>
                  </a:lnTo>
                  <a:lnTo>
                    <a:pt x="44" y="158"/>
                  </a:lnTo>
                  <a:lnTo>
                    <a:pt x="4" y="158"/>
                  </a:lnTo>
                  <a:lnTo>
                    <a:pt x="0" y="152"/>
                  </a:lnTo>
                  <a:lnTo>
                    <a:pt x="0" y="78"/>
                  </a:lnTo>
                  <a:lnTo>
                    <a:pt x="4" y="73"/>
                  </a:lnTo>
                  <a:lnTo>
                    <a:pt x="44" y="73"/>
                  </a:lnTo>
                  <a:lnTo>
                    <a:pt x="44" y="38"/>
                  </a:lnTo>
                  <a:lnTo>
                    <a:pt x="51" y="33"/>
                  </a:lnTo>
                  <a:lnTo>
                    <a:pt x="90" y="33"/>
                  </a:lnTo>
                  <a:lnTo>
                    <a:pt x="90" y="6"/>
                  </a:lnTo>
                  <a:lnTo>
                    <a:pt x="95" y="0"/>
                  </a:lnTo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2400" y="2154"/>
              <a:ext cx="70" cy="133"/>
            </a:xfrm>
            <a:custGeom>
              <a:avLst/>
              <a:gdLst/>
              <a:ahLst/>
              <a:cxnLst/>
              <a:rect l="l" t="t" r="r" b="b"/>
              <a:pathLst>
                <a:path w="314" h="589" extrusionOk="0">
                  <a:moveTo>
                    <a:pt x="142" y="0"/>
                  </a:moveTo>
                  <a:lnTo>
                    <a:pt x="174" y="0"/>
                  </a:lnTo>
                  <a:lnTo>
                    <a:pt x="179" y="6"/>
                  </a:lnTo>
                  <a:lnTo>
                    <a:pt x="179" y="120"/>
                  </a:lnTo>
                  <a:lnTo>
                    <a:pt x="308" y="120"/>
                  </a:lnTo>
                  <a:lnTo>
                    <a:pt x="313" y="125"/>
                  </a:lnTo>
                  <a:lnTo>
                    <a:pt x="313" y="152"/>
                  </a:lnTo>
                  <a:lnTo>
                    <a:pt x="308" y="157"/>
                  </a:lnTo>
                  <a:lnTo>
                    <a:pt x="179" y="157"/>
                  </a:lnTo>
                  <a:lnTo>
                    <a:pt x="179" y="544"/>
                  </a:lnTo>
                  <a:lnTo>
                    <a:pt x="262" y="544"/>
                  </a:lnTo>
                  <a:lnTo>
                    <a:pt x="262" y="509"/>
                  </a:lnTo>
                  <a:lnTo>
                    <a:pt x="269" y="504"/>
                  </a:lnTo>
                  <a:lnTo>
                    <a:pt x="308" y="504"/>
                  </a:lnTo>
                  <a:lnTo>
                    <a:pt x="313" y="509"/>
                  </a:lnTo>
                  <a:lnTo>
                    <a:pt x="313" y="544"/>
                  </a:lnTo>
                  <a:lnTo>
                    <a:pt x="308" y="549"/>
                  </a:lnTo>
                  <a:lnTo>
                    <a:pt x="269" y="549"/>
                  </a:lnTo>
                  <a:lnTo>
                    <a:pt x="269" y="583"/>
                  </a:lnTo>
                  <a:lnTo>
                    <a:pt x="262" y="588"/>
                  </a:lnTo>
                  <a:lnTo>
                    <a:pt x="142" y="588"/>
                  </a:lnTo>
                  <a:lnTo>
                    <a:pt x="135" y="583"/>
                  </a:lnTo>
                  <a:lnTo>
                    <a:pt x="135" y="549"/>
                  </a:lnTo>
                  <a:lnTo>
                    <a:pt x="95" y="549"/>
                  </a:lnTo>
                  <a:lnTo>
                    <a:pt x="91" y="544"/>
                  </a:lnTo>
                  <a:lnTo>
                    <a:pt x="91" y="157"/>
                  </a:lnTo>
                  <a:lnTo>
                    <a:pt x="7" y="157"/>
                  </a:lnTo>
                  <a:lnTo>
                    <a:pt x="0" y="152"/>
                  </a:lnTo>
                  <a:lnTo>
                    <a:pt x="0" y="125"/>
                  </a:lnTo>
                  <a:lnTo>
                    <a:pt x="7" y="120"/>
                  </a:lnTo>
                  <a:lnTo>
                    <a:pt x="47" y="120"/>
                  </a:lnTo>
                  <a:lnTo>
                    <a:pt x="47" y="85"/>
                  </a:lnTo>
                  <a:lnTo>
                    <a:pt x="51" y="79"/>
                  </a:lnTo>
                  <a:lnTo>
                    <a:pt x="91" y="79"/>
                  </a:lnTo>
                  <a:lnTo>
                    <a:pt x="91" y="45"/>
                  </a:lnTo>
                  <a:lnTo>
                    <a:pt x="95" y="40"/>
                  </a:lnTo>
                  <a:lnTo>
                    <a:pt x="135" y="40"/>
                  </a:lnTo>
                  <a:lnTo>
                    <a:pt x="135" y="6"/>
                  </a:lnTo>
                  <a:lnTo>
                    <a:pt x="142" y="0"/>
                  </a:lnTo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2410" y="2430"/>
              <a:ext cx="89" cy="106"/>
            </a:xfrm>
            <a:custGeom>
              <a:avLst/>
              <a:gdLst/>
              <a:ahLst/>
              <a:cxnLst/>
              <a:rect l="l" t="t" r="r" b="b"/>
              <a:pathLst>
                <a:path w="398" h="470" extrusionOk="0">
                  <a:moveTo>
                    <a:pt x="132" y="39"/>
                  </a:moveTo>
                  <a:lnTo>
                    <a:pt x="257" y="39"/>
                  </a:lnTo>
                  <a:lnTo>
                    <a:pt x="257" y="72"/>
                  </a:lnTo>
                  <a:lnTo>
                    <a:pt x="264" y="78"/>
                  </a:lnTo>
                  <a:lnTo>
                    <a:pt x="301" y="78"/>
                  </a:lnTo>
                  <a:lnTo>
                    <a:pt x="301" y="152"/>
                  </a:lnTo>
                  <a:lnTo>
                    <a:pt x="96" y="152"/>
                  </a:lnTo>
                  <a:lnTo>
                    <a:pt x="96" y="78"/>
                  </a:lnTo>
                  <a:lnTo>
                    <a:pt x="127" y="78"/>
                  </a:lnTo>
                  <a:lnTo>
                    <a:pt x="132" y="72"/>
                  </a:lnTo>
                  <a:lnTo>
                    <a:pt x="132" y="39"/>
                  </a:lnTo>
                  <a:close/>
                  <a:moveTo>
                    <a:pt x="132" y="0"/>
                  </a:moveTo>
                  <a:lnTo>
                    <a:pt x="301" y="0"/>
                  </a:lnTo>
                  <a:lnTo>
                    <a:pt x="309" y="5"/>
                  </a:lnTo>
                  <a:lnTo>
                    <a:pt x="309" y="32"/>
                  </a:lnTo>
                  <a:lnTo>
                    <a:pt x="345" y="32"/>
                  </a:lnTo>
                  <a:lnTo>
                    <a:pt x="353" y="39"/>
                  </a:lnTo>
                  <a:lnTo>
                    <a:pt x="353" y="72"/>
                  </a:lnTo>
                  <a:lnTo>
                    <a:pt x="389" y="72"/>
                  </a:lnTo>
                  <a:lnTo>
                    <a:pt x="397" y="78"/>
                  </a:lnTo>
                  <a:lnTo>
                    <a:pt x="397" y="191"/>
                  </a:lnTo>
                  <a:lnTo>
                    <a:pt x="389" y="196"/>
                  </a:lnTo>
                  <a:lnTo>
                    <a:pt x="96" y="196"/>
                  </a:lnTo>
                  <a:lnTo>
                    <a:pt x="96" y="310"/>
                  </a:lnTo>
                  <a:lnTo>
                    <a:pt x="127" y="310"/>
                  </a:lnTo>
                  <a:lnTo>
                    <a:pt x="132" y="316"/>
                  </a:lnTo>
                  <a:lnTo>
                    <a:pt x="132" y="345"/>
                  </a:lnTo>
                  <a:lnTo>
                    <a:pt x="171" y="345"/>
                  </a:lnTo>
                  <a:lnTo>
                    <a:pt x="176" y="350"/>
                  </a:lnTo>
                  <a:lnTo>
                    <a:pt x="176" y="384"/>
                  </a:lnTo>
                  <a:lnTo>
                    <a:pt x="345" y="384"/>
                  </a:lnTo>
                  <a:lnTo>
                    <a:pt x="345" y="350"/>
                  </a:lnTo>
                  <a:lnTo>
                    <a:pt x="353" y="345"/>
                  </a:lnTo>
                  <a:lnTo>
                    <a:pt x="389" y="345"/>
                  </a:lnTo>
                  <a:lnTo>
                    <a:pt x="397" y="350"/>
                  </a:lnTo>
                  <a:lnTo>
                    <a:pt x="397" y="384"/>
                  </a:lnTo>
                  <a:lnTo>
                    <a:pt x="389" y="389"/>
                  </a:lnTo>
                  <a:lnTo>
                    <a:pt x="353" y="389"/>
                  </a:lnTo>
                  <a:lnTo>
                    <a:pt x="353" y="424"/>
                  </a:lnTo>
                  <a:lnTo>
                    <a:pt x="345" y="430"/>
                  </a:lnTo>
                  <a:lnTo>
                    <a:pt x="309" y="430"/>
                  </a:lnTo>
                  <a:lnTo>
                    <a:pt x="309" y="463"/>
                  </a:lnTo>
                  <a:lnTo>
                    <a:pt x="301" y="469"/>
                  </a:lnTo>
                  <a:lnTo>
                    <a:pt x="132" y="469"/>
                  </a:lnTo>
                  <a:lnTo>
                    <a:pt x="127" y="463"/>
                  </a:lnTo>
                  <a:lnTo>
                    <a:pt x="127" y="430"/>
                  </a:lnTo>
                  <a:lnTo>
                    <a:pt x="51" y="430"/>
                  </a:lnTo>
                  <a:lnTo>
                    <a:pt x="44" y="424"/>
                  </a:lnTo>
                  <a:lnTo>
                    <a:pt x="44" y="350"/>
                  </a:lnTo>
                  <a:lnTo>
                    <a:pt x="7" y="350"/>
                  </a:lnTo>
                  <a:lnTo>
                    <a:pt x="0" y="345"/>
                  </a:lnTo>
                  <a:lnTo>
                    <a:pt x="0" y="117"/>
                  </a:lnTo>
                  <a:lnTo>
                    <a:pt x="7" y="111"/>
                  </a:lnTo>
                  <a:lnTo>
                    <a:pt x="44" y="111"/>
                  </a:lnTo>
                  <a:lnTo>
                    <a:pt x="44" y="39"/>
                  </a:lnTo>
                  <a:lnTo>
                    <a:pt x="51" y="32"/>
                  </a:lnTo>
                  <a:lnTo>
                    <a:pt x="127" y="32"/>
                  </a:lnTo>
                  <a:lnTo>
                    <a:pt x="127" y="5"/>
                  </a:lnTo>
                  <a:lnTo>
                    <a:pt x="132" y="0"/>
                  </a:lnTo>
                  <a:close/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2411" y="2678"/>
              <a:ext cx="181" cy="106"/>
            </a:xfrm>
            <a:custGeom>
              <a:avLst/>
              <a:gdLst/>
              <a:ahLst/>
              <a:cxnLst/>
              <a:rect l="l" t="t" r="r" b="b"/>
              <a:pathLst>
                <a:path w="801" h="470" extrusionOk="0">
                  <a:moveTo>
                    <a:pt x="4" y="0"/>
                  </a:moveTo>
                  <a:lnTo>
                    <a:pt x="129" y="0"/>
                  </a:lnTo>
                  <a:lnTo>
                    <a:pt x="137" y="6"/>
                  </a:lnTo>
                  <a:lnTo>
                    <a:pt x="137" y="73"/>
                  </a:lnTo>
                  <a:lnTo>
                    <a:pt x="173" y="73"/>
                  </a:lnTo>
                  <a:lnTo>
                    <a:pt x="173" y="39"/>
                  </a:lnTo>
                  <a:lnTo>
                    <a:pt x="181" y="32"/>
                  </a:lnTo>
                  <a:lnTo>
                    <a:pt x="220" y="32"/>
                  </a:lnTo>
                  <a:lnTo>
                    <a:pt x="220" y="6"/>
                  </a:lnTo>
                  <a:lnTo>
                    <a:pt x="225" y="0"/>
                  </a:lnTo>
                  <a:lnTo>
                    <a:pt x="354" y="0"/>
                  </a:lnTo>
                  <a:lnTo>
                    <a:pt x="362" y="6"/>
                  </a:lnTo>
                  <a:lnTo>
                    <a:pt x="362" y="32"/>
                  </a:lnTo>
                  <a:lnTo>
                    <a:pt x="399" y="32"/>
                  </a:lnTo>
                  <a:lnTo>
                    <a:pt x="406" y="39"/>
                  </a:lnTo>
                  <a:lnTo>
                    <a:pt x="406" y="73"/>
                  </a:lnTo>
                  <a:lnTo>
                    <a:pt x="484" y="73"/>
                  </a:lnTo>
                  <a:lnTo>
                    <a:pt x="484" y="39"/>
                  </a:lnTo>
                  <a:lnTo>
                    <a:pt x="492" y="32"/>
                  </a:lnTo>
                  <a:lnTo>
                    <a:pt x="528" y="32"/>
                  </a:lnTo>
                  <a:lnTo>
                    <a:pt x="528" y="6"/>
                  </a:lnTo>
                  <a:lnTo>
                    <a:pt x="536" y="0"/>
                  </a:lnTo>
                  <a:lnTo>
                    <a:pt x="665" y="0"/>
                  </a:lnTo>
                  <a:lnTo>
                    <a:pt x="670" y="6"/>
                  </a:lnTo>
                  <a:lnTo>
                    <a:pt x="670" y="32"/>
                  </a:lnTo>
                  <a:lnTo>
                    <a:pt x="709" y="32"/>
                  </a:lnTo>
                  <a:lnTo>
                    <a:pt x="717" y="39"/>
                  </a:lnTo>
                  <a:lnTo>
                    <a:pt x="717" y="73"/>
                  </a:lnTo>
                  <a:lnTo>
                    <a:pt x="756" y="73"/>
                  </a:lnTo>
                  <a:lnTo>
                    <a:pt x="763" y="78"/>
                  </a:lnTo>
                  <a:lnTo>
                    <a:pt x="763" y="424"/>
                  </a:lnTo>
                  <a:lnTo>
                    <a:pt x="795" y="424"/>
                  </a:lnTo>
                  <a:lnTo>
                    <a:pt x="800" y="430"/>
                  </a:lnTo>
                  <a:lnTo>
                    <a:pt x="800" y="463"/>
                  </a:lnTo>
                  <a:lnTo>
                    <a:pt x="795" y="469"/>
                  </a:lnTo>
                  <a:lnTo>
                    <a:pt x="626" y="469"/>
                  </a:lnTo>
                  <a:lnTo>
                    <a:pt x="619" y="463"/>
                  </a:lnTo>
                  <a:lnTo>
                    <a:pt x="619" y="430"/>
                  </a:lnTo>
                  <a:lnTo>
                    <a:pt x="626" y="424"/>
                  </a:lnTo>
                  <a:lnTo>
                    <a:pt x="665" y="424"/>
                  </a:lnTo>
                  <a:lnTo>
                    <a:pt x="665" y="117"/>
                  </a:lnTo>
                  <a:lnTo>
                    <a:pt x="626" y="117"/>
                  </a:lnTo>
                  <a:lnTo>
                    <a:pt x="619" y="112"/>
                  </a:lnTo>
                  <a:lnTo>
                    <a:pt x="619" y="78"/>
                  </a:lnTo>
                  <a:lnTo>
                    <a:pt x="492" y="78"/>
                  </a:lnTo>
                  <a:lnTo>
                    <a:pt x="492" y="112"/>
                  </a:lnTo>
                  <a:lnTo>
                    <a:pt x="484" y="117"/>
                  </a:lnTo>
                  <a:lnTo>
                    <a:pt x="452" y="117"/>
                  </a:lnTo>
                  <a:lnTo>
                    <a:pt x="452" y="424"/>
                  </a:lnTo>
                  <a:lnTo>
                    <a:pt x="484" y="424"/>
                  </a:lnTo>
                  <a:lnTo>
                    <a:pt x="492" y="430"/>
                  </a:lnTo>
                  <a:lnTo>
                    <a:pt x="492" y="463"/>
                  </a:lnTo>
                  <a:lnTo>
                    <a:pt x="484" y="469"/>
                  </a:lnTo>
                  <a:lnTo>
                    <a:pt x="315" y="469"/>
                  </a:lnTo>
                  <a:lnTo>
                    <a:pt x="308" y="463"/>
                  </a:lnTo>
                  <a:lnTo>
                    <a:pt x="308" y="430"/>
                  </a:lnTo>
                  <a:lnTo>
                    <a:pt x="315" y="424"/>
                  </a:lnTo>
                  <a:lnTo>
                    <a:pt x="354" y="424"/>
                  </a:lnTo>
                  <a:lnTo>
                    <a:pt x="354" y="117"/>
                  </a:lnTo>
                  <a:lnTo>
                    <a:pt x="315" y="117"/>
                  </a:lnTo>
                  <a:lnTo>
                    <a:pt x="308" y="112"/>
                  </a:lnTo>
                  <a:lnTo>
                    <a:pt x="308" y="78"/>
                  </a:lnTo>
                  <a:lnTo>
                    <a:pt x="181" y="78"/>
                  </a:lnTo>
                  <a:lnTo>
                    <a:pt x="181" y="112"/>
                  </a:lnTo>
                  <a:lnTo>
                    <a:pt x="173" y="117"/>
                  </a:lnTo>
                  <a:lnTo>
                    <a:pt x="137" y="117"/>
                  </a:lnTo>
                  <a:lnTo>
                    <a:pt x="137" y="424"/>
                  </a:lnTo>
                  <a:lnTo>
                    <a:pt x="173" y="424"/>
                  </a:lnTo>
                  <a:lnTo>
                    <a:pt x="181" y="430"/>
                  </a:lnTo>
                  <a:lnTo>
                    <a:pt x="181" y="463"/>
                  </a:lnTo>
                  <a:lnTo>
                    <a:pt x="173" y="469"/>
                  </a:lnTo>
                  <a:lnTo>
                    <a:pt x="4" y="469"/>
                  </a:lnTo>
                  <a:lnTo>
                    <a:pt x="0" y="463"/>
                  </a:lnTo>
                  <a:lnTo>
                    <a:pt x="0" y="430"/>
                  </a:lnTo>
                  <a:lnTo>
                    <a:pt x="4" y="424"/>
                  </a:lnTo>
                  <a:lnTo>
                    <a:pt x="44" y="424"/>
                  </a:lnTo>
                  <a:lnTo>
                    <a:pt x="44" y="39"/>
                  </a:lnTo>
                  <a:lnTo>
                    <a:pt x="4" y="39"/>
                  </a:lnTo>
                  <a:lnTo>
                    <a:pt x="0" y="32"/>
                  </a:lnTo>
                  <a:lnTo>
                    <a:pt x="0" y="6"/>
                  </a:lnTo>
                  <a:lnTo>
                    <a:pt x="4" y="0"/>
                  </a:lnTo>
                </a:path>
              </a:pathLst>
            </a:cu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78" name="Google Shape;78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2200" y="3373437"/>
            <a:ext cx="1090612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92975" y="2771775"/>
            <a:ext cx="1022350" cy="2201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Do You Test a Program?</a:t>
            </a:r>
            <a:endParaRPr/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692150" y="2078037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the program does not behave as expected: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Note the conditions under which it failed.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Later debug and correct.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601075" cy="1255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ic Sans MS"/>
              <a:buNone/>
            </a:pPr>
            <a:r>
              <a:rPr lang="en-US" sz="4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Overview of Testing Activities</a:t>
            </a:r>
            <a:endParaRPr/>
          </a:p>
        </p:txBody>
      </p:sp>
      <p:sp>
        <p:nvSpPr>
          <p:cNvPr id="92" name="Google Shape;92;p5"/>
          <p:cNvSpPr txBox="1">
            <a:spLocks noGrp="1"/>
          </p:cNvSpPr>
          <p:nvPr>
            <p:ph type="body" idx="1"/>
          </p:nvPr>
        </p:nvSpPr>
        <p:spPr>
          <a:xfrm>
            <a:off x="739775" y="1593850"/>
            <a:ext cx="8601075" cy="5086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Suite Design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Run test cases and observe results to detect failures.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Debug to locate errors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Correct errors.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Error, Faults, and Failures</a:t>
            </a:r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450850" y="18288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failure is a manifestation of an  error (aka defect or  bug).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Mere presence of an</a:t>
            </a:r>
            <a:r>
              <a:rPr lang="en-US" sz="4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error may</a:t>
            </a:r>
            <a:r>
              <a:rPr lang="en-US" sz="4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lead to a</a:t>
            </a:r>
            <a:r>
              <a:rPr lang="en-US" sz="4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failure.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Error, Faults, and Failures</a:t>
            </a:r>
            <a:endParaRPr/>
          </a:p>
        </p:txBody>
      </p:sp>
      <p:sp>
        <p:nvSpPr>
          <p:cNvPr id="106" name="Google Shape;106;p7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63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fault is an incorrect state entered during program execution: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variable value is different from what it should be.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fault may or may not not lead to a failure.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and Test suites</a:t>
            </a:r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a software using a set of carefully designed test cases: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</a:t>
            </a:r>
            <a:r>
              <a:rPr lang="en-US" sz="4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he set of all test cases is 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called the</a:t>
            </a:r>
            <a:r>
              <a:rPr lang="en-US" sz="4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000" b="1" i="0" u="sng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suite</a:t>
            </a:r>
            <a:r>
              <a:rPr lang="en-US" sz="4000" b="1" i="0" u="sng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and Test suites</a:t>
            </a:r>
            <a:endParaRPr/>
          </a:p>
        </p:txBody>
      </p:sp>
      <p:sp>
        <p:nvSpPr>
          <p:cNvPr id="120" name="Google Shape;120;p9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a triplet [I,S,O]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 is the data to be input to the system,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 is the state of the system at which the data will be input,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 is the expected output of the system.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Verification versus Validation</a:t>
            </a:r>
            <a:endParaRPr/>
          </a:p>
        </p:txBody>
      </p:sp>
      <p:sp>
        <p:nvSpPr>
          <p:cNvPr id="127" name="Google Shape;127;p10"/>
          <p:cNvSpPr txBox="1">
            <a:spLocks noGrp="1"/>
          </p:cNvSpPr>
          <p:nvPr>
            <p:ph type="body" idx="1"/>
          </p:nvPr>
        </p:nvSpPr>
        <p:spPr>
          <a:xfrm>
            <a:off x="301625" y="1736725"/>
            <a:ext cx="9559925" cy="517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Verification is the process of determining: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Whether output</a:t>
            </a: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phase of</a:t>
            </a: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development</a:t>
            </a: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conforms to its previous phase.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Validation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the process of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determining: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Whether a fully developed system conforms to its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SRS </a:t>
            </a: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document</a:t>
            </a:r>
            <a:r>
              <a:rPr lang="en-US" sz="36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 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Verification versus Validation</a:t>
            </a:r>
            <a:endParaRPr/>
          </a:p>
        </p:txBody>
      </p:sp>
      <p:sp>
        <p:nvSpPr>
          <p:cNvPr id="134" name="Google Shape;134;p1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Verification is concerned with phase containment of errors,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Whereas the aim of validation is that the final product be error free.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of Test Cases</a:t>
            </a:r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591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Exhaustive testing of any non-trivial system is impractical: </a:t>
            </a:r>
            <a:endParaRPr dirty="0"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data domain </a:t>
            </a:r>
            <a:r>
              <a:rPr lang="en-US" sz="2800" b="1" i="0" u="none" strike="noStrike" cap="none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extremely large. </a:t>
            </a:r>
            <a:endParaRPr dirty="0"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an </a:t>
            </a:r>
            <a:r>
              <a:rPr lang="en-US" sz="4000" b="1" i="0" u="none" strike="noStrike" cap="none" dirty="0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optimal test suite:</a:t>
            </a:r>
            <a:endParaRPr dirty="0"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Of reasonable size and  </a:t>
            </a:r>
            <a:endParaRPr dirty="0"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Uncovers as many errors as possible.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of Test Cases</a:t>
            </a:r>
            <a:endParaRPr/>
          </a:p>
        </p:txBody>
      </p:sp>
      <p:sp>
        <p:nvSpPr>
          <p:cNvPr id="148" name="Google Shape;148;p13"/>
          <p:cNvSpPr txBox="1">
            <a:spLocks noGrp="1"/>
          </p:cNvSpPr>
          <p:nvPr>
            <p:ph type="body" idx="1"/>
          </p:nvPr>
        </p:nvSpPr>
        <p:spPr>
          <a:xfrm>
            <a:off x="209550" y="1595437"/>
            <a:ext cx="9571037" cy="4900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test cases are selected randomly: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Many test cases would not contribute to the significance of the test suite, 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Would not detect errors not already being detected by other test cases in the suite.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Number of test cases in a randomly selected test suite: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an indication of effectiveness of testing</a:t>
            </a:r>
            <a:r>
              <a:rPr lang="en-US" sz="32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of Test Cases</a:t>
            </a:r>
            <a:endParaRPr/>
          </a:p>
        </p:txBody>
      </p:sp>
      <p:sp>
        <p:nvSpPr>
          <p:cNvPr id="155" name="Google Shape;155;p14"/>
          <p:cNvSpPr txBox="1">
            <a:spLocks noGrp="1"/>
          </p:cNvSpPr>
          <p:nvPr>
            <p:ph type="body" idx="1"/>
          </p:nvPr>
        </p:nvSpPr>
        <p:spPr>
          <a:xfrm>
            <a:off x="422275" y="1568450"/>
            <a:ext cx="9312275" cy="511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a system using a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large number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of randomly selected test cases: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not mean that  many errors in the system will be uncovered.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Consider foloowing example: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Find the maximum of two integers  x and  y.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of Test Cases</a:t>
            </a:r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1"/>
          </p:nvPr>
        </p:nvSpPr>
        <p:spPr>
          <a:xfrm>
            <a:off x="504825" y="1749425"/>
            <a:ext cx="9013825" cy="5053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code has a simple programming error: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(x&gt;y) max = x;                </a:t>
            </a:r>
            <a:b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		else max = x;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suite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{(x=3,y=2);(x=2,y=3)}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detect the error,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larger test suite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{(x=3,y=2);(x=4,y=3); (x=5,y=1)}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does not detect the error.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of Test Cases</a:t>
            </a:r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Systematic approaches are required to design an </a:t>
            </a:r>
            <a:r>
              <a:rPr lang="en-US" sz="4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optimal test suite: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9933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test case in the suite should detect different errors.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of Test Cases</a:t>
            </a:r>
            <a:endParaRPr/>
          </a:p>
        </p:txBody>
      </p:sp>
      <p:sp>
        <p:nvSpPr>
          <p:cNvPr id="176" name="Google Shape;176;p1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essentially two main approaches to design test cases: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Black-box approach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White-box (or glass-box) approach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Black-Box Testing</a:t>
            </a:r>
            <a:endParaRPr/>
          </a:p>
        </p:txBody>
      </p:sp>
      <p:sp>
        <p:nvSpPr>
          <p:cNvPr id="183" name="Google Shape;183;p18"/>
          <p:cNvSpPr txBox="1">
            <a:spLocks noGrp="1"/>
          </p:cNvSpPr>
          <p:nvPr>
            <p:ph type="body" idx="1"/>
          </p:nvPr>
        </p:nvSpPr>
        <p:spPr>
          <a:xfrm>
            <a:off x="463550" y="1595437"/>
            <a:ext cx="9240837" cy="489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are designed using only 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functional specification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the software: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Without any knowledge of the internal structure of the software.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this reason, black-box testing is also known as  </a:t>
            </a:r>
            <a:r>
              <a:rPr lang="en-US" sz="4000" b="1" i="0" u="sng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functional testing.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White-box Testing</a:t>
            </a:r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5137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Designing white-box test cases: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Requires knowledge about the internal structure of software.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White-box testing is also called </a:t>
            </a:r>
            <a:r>
              <a:rPr lang="en-US" sz="3600" b="1" i="0" u="sng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structural testing</a:t>
            </a: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this unit we will not study white-box testing.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Black-Box Testing</a:t>
            </a:r>
            <a:endParaRPr/>
          </a:p>
        </p:txBody>
      </p:sp>
      <p:sp>
        <p:nvSpPr>
          <p:cNvPr id="197" name="Google Shape;197;p2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essentially two main approaches to design black box test cases: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Equivalence class partitioning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Boundary value analysis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>
            <a:spLocks noGrp="1"/>
          </p:cNvSpPr>
          <p:nvPr>
            <p:ph type="title"/>
          </p:nvPr>
        </p:nvSpPr>
        <p:spPr>
          <a:xfrm>
            <a:off x="485775" y="182562"/>
            <a:ext cx="92598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Equivalence Class  Partitioning</a:t>
            </a:r>
            <a:endParaRPr/>
          </a:p>
        </p:txBody>
      </p:sp>
      <p:sp>
        <p:nvSpPr>
          <p:cNvPr id="204" name="Google Shape;204;p21"/>
          <p:cNvSpPr txBox="1">
            <a:spLocks noGrp="1"/>
          </p:cNvSpPr>
          <p:nvPr>
            <p:ph type="body" idx="1"/>
          </p:nvPr>
        </p:nvSpPr>
        <p:spPr>
          <a:xfrm>
            <a:off x="447675" y="1708150"/>
            <a:ext cx="92106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values to a program are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partitioned into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equivalence classes</a:t>
            </a:r>
            <a:r>
              <a:rPr lang="en-US" sz="40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Partitioning is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done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such that: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behaves in similar ways to every input value belonging to an equivalence class.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Why Define Equivalence Classes?</a:t>
            </a:r>
            <a:endParaRPr/>
          </a:p>
        </p:txBody>
      </p:sp>
      <p:sp>
        <p:nvSpPr>
          <p:cNvPr id="211" name="Google Shape;211;p22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the code with just one representative value from  each equivalence class:</a:t>
            </a:r>
            <a:r>
              <a:rPr lang="en-US" sz="44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good as testing using any other values from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equivalence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classes.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Equivalence Class  Partitioning</a:t>
            </a:r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body" idx="1"/>
          </p:nvPr>
        </p:nvSpPr>
        <p:spPr>
          <a:xfrm>
            <a:off x="425450" y="1739900"/>
            <a:ext cx="92789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do you determine the equivalence classes?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Examine the input data.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Few general guidelines for determining the equivalence classes can be given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Equivalence Class  Partitioning</a:t>
            </a:r>
            <a:endParaRPr/>
          </a:p>
        </p:txBody>
      </p:sp>
      <p:sp>
        <p:nvSpPr>
          <p:cNvPr id="225" name="Google Shape;225;p24"/>
          <p:cNvSpPr txBox="1">
            <a:spLocks noGrp="1"/>
          </p:cNvSpPr>
          <p:nvPr>
            <p:ph type="body" idx="1"/>
          </p:nvPr>
        </p:nvSpPr>
        <p:spPr>
          <a:xfrm>
            <a:off x="438150" y="1595437"/>
            <a:ext cx="9202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the input data to the program is specified by a </a:t>
            </a: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range of values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e.g. numbers between 1 to 5000.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valid and two invalid equivalence classes are defined. </a:t>
            </a:r>
            <a:endParaRPr/>
          </a:p>
        </p:txBody>
      </p:sp>
      <p:cxnSp>
        <p:nvCxnSpPr>
          <p:cNvPr id="226" name="Google Shape;226;p24"/>
          <p:cNvCxnSpPr/>
          <p:nvPr/>
        </p:nvCxnSpPr>
        <p:spPr>
          <a:xfrm>
            <a:off x="2940050" y="5711825"/>
            <a:ext cx="4621212" cy="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27" name="Google Shape;227;p24"/>
          <p:cNvSpPr txBox="1"/>
          <p:nvPr/>
        </p:nvSpPr>
        <p:spPr>
          <a:xfrm>
            <a:off x="2771775" y="5207000"/>
            <a:ext cx="1006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"/>
              <a:buNone/>
            </a:pPr>
            <a:r>
              <a:rPr lang="en-US" sz="31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6972300" y="5124450"/>
            <a:ext cx="1006475" cy="56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"/>
              <a:buNone/>
            </a:pPr>
            <a:r>
              <a:rPr lang="en-US" sz="31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5000</a:t>
            </a:r>
            <a:endParaRPr/>
          </a:p>
        </p:txBody>
      </p:sp>
      <p:cxnSp>
        <p:nvCxnSpPr>
          <p:cNvPr id="229" name="Google Shape;229;p24"/>
          <p:cNvCxnSpPr/>
          <p:nvPr/>
        </p:nvCxnSpPr>
        <p:spPr>
          <a:xfrm>
            <a:off x="31083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0" name="Google Shape;230;p24"/>
          <p:cNvCxnSpPr/>
          <p:nvPr/>
        </p:nvCxnSpPr>
        <p:spPr>
          <a:xfrm>
            <a:off x="32766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1" name="Google Shape;231;p24"/>
          <p:cNvCxnSpPr/>
          <p:nvPr/>
        </p:nvCxnSpPr>
        <p:spPr>
          <a:xfrm>
            <a:off x="34448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2" name="Google Shape;232;p24"/>
          <p:cNvCxnSpPr/>
          <p:nvPr/>
        </p:nvCxnSpPr>
        <p:spPr>
          <a:xfrm>
            <a:off x="36115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3" name="Google Shape;233;p24"/>
          <p:cNvCxnSpPr/>
          <p:nvPr/>
        </p:nvCxnSpPr>
        <p:spPr>
          <a:xfrm>
            <a:off x="37798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4" name="Google Shape;234;p24"/>
          <p:cNvCxnSpPr/>
          <p:nvPr/>
        </p:nvCxnSpPr>
        <p:spPr>
          <a:xfrm>
            <a:off x="394811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5" name="Google Shape;235;p24"/>
          <p:cNvCxnSpPr/>
          <p:nvPr/>
        </p:nvCxnSpPr>
        <p:spPr>
          <a:xfrm>
            <a:off x="41163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6" name="Google Shape;236;p24"/>
          <p:cNvCxnSpPr/>
          <p:nvPr/>
        </p:nvCxnSpPr>
        <p:spPr>
          <a:xfrm>
            <a:off x="42846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7" name="Google Shape;237;p24"/>
          <p:cNvCxnSpPr/>
          <p:nvPr/>
        </p:nvCxnSpPr>
        <p:spPr>
          <a:xfrm>
            <a:off x="44529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8" name="Google Shape;238;p24"/>
          <p:cNvCxnSpPr/>
          <p:nvPr/>
        </p:nvCxnSpPr>
        <p:spPr>
          <a:xfrm>
            <a:off x="46196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9" name="Google Shape;239;p24"/>
          <p:cNvCxnSpPr/>
          <p:nvPr/>
        </p:nvCxnSpPr>
        <p:spPr>
          <a:xfrm>
            <a:off x="47879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0" name="Google Shape;240;p24"/>
          <p:cNvCxnSpPr/>
          <p:nvPr/>
        </p:nvCxnSpPr>
        <p:spPr>
          <a:xfrm>
            <a:off x="49561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1" name="Google Shape;241;p24"/>
          <p:cNvCxnSpPr/>
          <p:nvPr/>
        </p:nvCxnSpPr>
        <p:spPr>
          <a:xfrm>
            <a:off x="51244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2" name="Google Shape;242;p24"/>
          <p:cNvCxnSpPr/>
          <p:nvPr/>
        </p:nvCxnSpPr>
        <p:spPr>
          <a:xfrm>
            <a:off x="52927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3" name="Google Shape;243;p24"/>
          <p:cNvCxnSpPr/>
          <p:nvPr/>
        </p:nvCxnSpPr>
        <p:spPr>
          <a:xfrm>
            <a:off x="54610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4" name="Google Shape;244;p24"/>
          <p:cNvCxnSpPr/>
          <p:nvPr/>
        </p:nvCxnSpPr>
        <p:spPr>
          <a:xfrm>
            <a:off x="56276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5" name="Google Shape;245;p24"/>
          <p:cNvCxnSpPr/>
          <p:nvPr/>
        </p:nvCxnSpPr>
        <p:spPr>
          <a:xfrm>
            <a:off x="57959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6" name="Google Shape;246;p24"/>
          <p:cNvCxnSpPr/>
          <p:nvPr/>
        </p:nvCxnSpPr>
        <p:spPr>
          <a:xfrm>
            <a:off x="59642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7" name="Google Shape;247;p24"/>
          <p:cNvCxnSpPr/>
          <p:nvPr/>
        </p:nvCxnSpPr>
        <p:spPr>
          <a:xfrm>
            <a:off x="613251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8" name="Google Shape;248;p24"/>
          <p:cNvCxnSpPr/>
          <p:nvPr/>
        </p:nvCxnSpPr>
        <p:spPr>
          <a:xfrm>
            <a:off x="63007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9" name="Google Shape;249;p24"/>
          <p:cNvCxnSpPr/>
          <p:nvPr/>
        </p:nvCxnSpPr>
        <p:spPr>
          <a:xfrm>
            <a:off x="64690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0" name="Google Shape;250;p24"/>
          <p:cNvCxnSpPr/>
          <p:nvPr/>
        </p:nvCxnSpPr>
        <p:spPr>
          <a:xfrm>
            <a:off x="66357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1" name="Google Shape;251;p24"/>
          <p:cNvCxnSpPr/>
          <p:nvPr/>
        </p:nvCxnSpPr>
        <p:spPr>
          <a:xfrm>
            <a:off x="68040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2" name="Google Shape;252;p24"/>
          <p:cNvCxnSpPr/>
          <p:nvPr/>
        </p:nvCxnSpPr>
        <p:spPr>
          <a:xfrm>
            <a:off x="69723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3" name="Google Shape;253;p24"/>
          <p:cNvCxnSpPr/>
          <p:nvPr/>
        </p:nvCxnSpPr>
        <p:spPr>
          <a:xfrm>
            <a:off x="71405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4" name="Google Shape;254;p24"/>
          <p:cNvCxnSpPr/>
          <p:nvPr/>
        </p:nvCxnSpPr>
        <p:spPr>
          <a:xfrm>
            <a:off x="73088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55" name="Google Shape;255;p24"/>
          <p:cNvCxnSpPr/>
          <p:nvPr/>
        </p:nvCxnSpPr>
        <p:spPr>
          <a:xfrm>
            <a:off x="74771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256" name="Google Shape;256;p24"/>
          <p:cNvGrpSpPr/>
          <p:nvPr/>
        </p:nvGrpSpPr>
        <p:grpSpPr>
          <a:xfrm>
            <a:off x="4633912" y="5184775"/>
            <a:ext cx="823912" cy="441325"/>
            <a:chOff x="2648" y="2963"/>
            <a:chExt cx="471" cy="252"/>
          </a:xfrm>
        </p:grpSpPr>
        <p:sp>
          <p:nvSpPr>
            <p:cNvPr id="257" name="Google Shape;257;p24"/>
            <p:cNvSpPr/>
            <p:nvPr/>
          </p:nvSpPr>
          <p:spPr>
            <a:xfrm>
              <a:off x="2648" y="3038"/>
              <a:ext cx="107" cy="177"/>
            </a:xfrm>
            <a:custGeom>
              <a:avLst/>
              <a:gdLst/>
              <a:ahLst/>
              <a:cxnLst/>
              <a:rect l="l" t="t" r="r" b="b"/>
              <a:pathLst>
                <a:path w="477" h="786" extrusionOk="0">
                  <a:moveTo>
                    <a:pt x="7" y="0"/>
                  </a:moveTo>
                  <a:lnTo>
                    <a:pt x="168" y="0"/>
                  </a:lnTo>
                  <a:lnTo>
                    <a:pt x="174" y="10"/>
                  </a:lnTo>
                  <a:lnTo>
                    <a:pt x="174" y="55"/>
                  </a:lnTo>
                  <a:lnTo>
                    <a:pt x="168" y="66"/>
                  </a:lnTo>
                  <a:lnTo>
                    <a:pt x="136" y="66"/>
                  </a:lnTo>
                  <a:lnTo>
                    <a:pt x="136" y="188"/>
                  </a:lnTo>
                  <a:lnTo>
                    <a:pt x="168" y="188"/>
                  </a:lnTo>
                  <a:lnTo>
                    <a:pt x="174" y="198"/>
                  </a:lnTo>
                  <a:lnTo>
                    <a:pt x="174" y="388"/>
                  </a:lnTo>
                  <a:lnTo>
                    <a:pt x="210" y="388"/>
                  </a:lnTo>
                  <a:lnTo>
                    <a:pt x="217" y="397"/>
                  </a:lnTo>
                  <a:lnTo>
                    <a:pt x="217" y="578"/>
                  </a:lnTo>
                  <a:lnTo>
                    <a:pt x="254" y="578"/>
                  </a:lnTo>
                  <a:lnTo>
                    <a:pt x="254" y="529"/>
                  </a:lnTo>
                  <a:lnTo>
                    <a:pt x="260" y="520"/>
                  </a:lnTo>
                  <a:lnTo>
                    <a:pt x="297" y="520"/>
                  </a:lnTo>
                  <a:lnTo>
                    <a:pt x="297" y="330"/>
                  </a:lnTo>
                  <a:lnTo>
                    <a:pt x="304" y="320"/>
                  </a:lnTo>
                  <a:lnTo>
                    <a:pt x="340" y="320"/>
                  </a:lnTo>
                  <a:lnTo>
                    <a:pt x="340" y="66"/>
                  </a:lnTo>
                  <a:lnTo>
                    <a:pt x="304" y="66"/>
                  </a:lnTo>
                  <a:lnTo>
                    <a:pt x="297" y="55"/>
                  </a:lnTo>
                  <a:lnTo>
                    <a:pt x="297" y="10"/>
                  </a:lnTo>
                  <a:lnTo>
                    <a:pt x="304" y="0"/>
                  </a:lnTo>
                  <a:lnTo>
                    <a:pt x="469" y="0"/>
                  </a:lnTo>
                  <a:lnTo>
                    <a:pt x="476" y="10"/>
                  </a:lnTo>
                  <a:lnTo>
                    <a:pt x="476" y="55"/>
                  </a:lnTo>
                  <a:lnTo>
                    <a:pt x="469" y="66"/>
                  </a:lnTo>
                  <a:lnTo>
                    <a:pt x="432" y="66"/>
                  </a:lnTo>
                  <a:lnTo>
                    <a:pt x="432" y="124"/>
                  </a:lnTo>
                  <a:lnTo>
                    <a:pt x="426" y="132"/>
                  </a:lnTo>
                  <a:lnTo>
                    <a:pt x="389" y="132"/>
                  </a:lnTo>
                  <a:lnTo>
                    <a:pt x="389" y="320"/>
                  </a:lnTo>
                  <a:lnTo>
                    <a:pt x="382" y="330"/>
                  </a:lnTo>
                  <a:lnTo>
                    <a:pt x="346" y="330"/>
                  </a:lnTo>
                  <a:lnTo>
                    <a:pt x="346" y="520"/>
                  </a:lnTo>
                  <a:lnTo>
                    <a:pt x="340" y="529"/>
                  </a:lnTo>
                  <a:lnTo>
                    <a:pt x="304" y="529"/>
                  </a:lnTo>
                  <a:lnTo>
                    <a:pt x="304" y="710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60" y="774"/>
                  </a:lnTo>
                  <a:lnTo>
                    <a:pt x="254" y="785"/>
                  </a:lnTo>
                  <a:lnTo>
                    <a:pt x="217" y="785"/>
                  </a:lnTo>
                  <a:lnTo>
                    <a:pt x="210" y="774"/>
                  </a:lnTo>
                  <a:lnTo>
                    <a:pt x="210" y="719"/>
                  </a:lnTo>
                  <a:lnTo>
                    <a:pt x="174" y="719"/>
                  </a:lnTo>
                  <a:lnTo>
                    <a:pt x="168" y="710"/>
                  </a:lnTo>
                  <a:lnTo>
                    <a:pt x="168" y="587"/>
                  </a:lnTo>
                  <a:lnTo>
                    <a:pt x="136" y="587"/>
                  </a:lnTo>
                  <a:lnTo>
                    <a:pt x="130" y="578"/>
                  </a:lnTo>
                  <a:lnTo>
                    <a:pt x="130" y="397"/>
                  </a:lnTo>
                  <a:lnTo>
                    <a:pt x="94" y="397"/>
                  </a:lnTo>
                  <a:lnTo>
                    <a:pt x="87" y="388"/>
                  </a:lnTo>
                  <a:lnTo>
                    <a:pt x="87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7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8" name="Google Shape;258;p24"/>
            <p:cNvSpPr/>
            <p:nvPr/>
          </p:nvSpPr>
          <p:spPr>
            <a:xfrm>
              <a:off x="2779" y="3038"/>
              <a:ext cx="87" cy="177"/>
            </a:xfrm>
            <a:custGeom>
              <a:avLst/>
              <a:gdLst/>
              <a:ahLst/>
              <a:cxnLst/>
              <a:rect l="l" t="t" r="r" b="b"/>
              <a:pathLst>
                <a:path w="390" h="786" extrusionOk="0">
                  <a:moveTo>
                    <a:pt x="217" y="330"/>
                  </a:moveTo>
                  <a:lnTo>
                    <a:pt x="253" y="330"/>
                  </a:lnTo>
                  <a:lnTo>
                    <a:pt x="253" y="578"/>
                  </a:lnTo>
                  <a:lnTo>
                    <a:pt x="217" y="578"/>
                  </a:lnTo>
                  <a:lnTo>
                    <a:pt x="210" y="587"/>
                  </a:lnTo>
                  <a:lnTo>
                    <a:pt x="210" y="642"/>
                  </a:lnTo>
                  <a:lnTo>
                    <a:pt x="92" y="642"/>
                  </a:lnTo>
                  <a:lnTo>
                    <a:pt x="92" y="463"/>
                  </a:lnTo>
                  <a:lnTo>
                    <a:pt x="125" y="463"/>
                  </a:lnTo>
                  <a:lnTo>
                    <a:pt x="130" y="452"/>
                  </a:lnTo>
                  <a:lnTo>
                    <a:pt x="130" y="397"/>
                  </a:lnTo>
                  <a:lnTo>
                    <a:pt x="210" y="397"/>
                  </a:lnTo>
                  <a:lnTo>
                    <a:pt x="217" y="388"/>
                  </a:lnTo>
                  <a:lnTo>
                    <a:pt x="217" y="330"/>
                  </a:lnTo>
                  <a:close/>
                  <a:moveTo>
                    <a:pt x="92" y="0"/>
                  </a:moveTo>
                  <a:lnTo>
                    <a:pt x="297" y="0"/>
                  </a:lnTo>
                  <a:lnTo>
                    <a:pt x="302" y="10"/>
                  </a:lnTo>
                  <a:lnTo>
                    <a:pt x="302" y="55"/>
                  </a:lnTo>
                  <a:lnTo>
                    <a:pt x="339" y="55"/>
                  </a:lnTo>
                  <a:lnTo>
                    <a:pt x="346" y="66"/>
                  </a:lnTo>
                  <a:lnTo>
                    <a:pt x="346" y="710"/>
                  </a:lnTo>
                  <a:lnTo>
                    <a:pt x="382" y="710"/>
                  </a:lnTo>
                  <a:lnTo>
                    <a:pt x="389" y="719"/>
                  </a:lnTo>
                  <a:lnTo>
                    <a:pt x="389" y="774"/>
                  </a:lnTo>
                  <a:lnTo>
                    <a:pt x="382" y="785"/>
                  </a:lnTo>
                  <a:lnTo>
                    <a:pt x="302" y="785"/>
                  </a:lnTo>
                  <a:lnTo>
                    <a:pt x="297" y="774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53" y="710"/>
                  </a:lnTo>
                  <a:lnTo>
                    <a:pt x="253" y="653"/>
                  </a:lnTo>
                  <a:lnTo>
                    <a:pt x="217" y="653"/>
                  </a:lnTo>
                  <a:lnTo>
                    <a:pt x="217" y="710"/>
                  </a:lnTo>
                  <a:lnTo>
                    <a:pt x="210" y="719"/>
                  </a:lnTo>
                  <a:lnTo>
                    <a:pt x="173" y="719"/>
                  </a:lnTo>
                  <a:lnTo>
                    <a:pt x="173" y="774"/>
                  </a:lnTo>
                  <a:lnTo>
                    <a:pt x="167" y="785"/>
                  </a:lnTo>
                  <a:lnTo>
                    <a:pt x="50" y="785"/>
                  </a:lnTo>
                  <a:lnTo>
                    <a:pt x="43" y="774"/>
                  </a:lnTo>
                  <a:lnTo>
                    <a:pt x="43" y="719"/>
                  </a:lnTo>
                  <a:lnTo>
                    <a:pt x="7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7" y="452"/>
                  </a:lnTo>
                  <a:lnTo>
                    <a:pt x="43" y="452"/>
                  </a:lnTo>
                  <a:lnTo>
                    <a:pt x="43" y="397"/>
                  </a:lnTo>
                  <a:lnTo>
                    <a:pt x="50" y="388"/>
                  </a:lnTo>
                  <a:lnTo>
                    <a:pt x="87" y="388"/>
                  </a:lnTo>
                  <a:lnTo>
                    <a:pt x="87" y="330"/>
                  </a:lnTo>
                  <a:lnTo>
                    <a:pt x="92" y="320"/>
                  </a:lnTo>
                  <a:lnTo>
                    <a:pt x="167" y="320"/>
                  </a:lnTo>
                  <a:lnTo>
                    <a:pt x="167" y="264"/>
                  </a:lnTo>
                  <a:lnTo>
                    <a:pt x="173" y="256"/>
                  </a:lnTo>
                  <a:lnTo>
                    <a:pt x="253" y="256"/>
                  </a:lnTo>
                  <a:lnTo>
                    <a:pt x="253" y="132"/>
                  </a:lnTo>
                  <a:lnTo>
                    <a:pt x="217" y="132"/>
                  </a:lnTo>
                  <a:lnTo>
                    <a:pt x="210" y="124"/>
                  </a:lnTo>
                  <a:lnTo>
                    <a:pt x="210" y="66"/>
                  </a:lnTo>
                  <a:lnTo>
                    <a:pt x="130" y="66"/>
                  </a:lnTo>
                  <a:lnTo>
                    <a:pt x="130" y="188"/>
                  </a:lnTo>
                  <a:lnTo>
                    <a:pt x="125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50" y="55"/>
                  </a:lnTo>
                  <a:lnTo>
                    <a:pt x="87" y="55"/>
                  </a:lnTo>
                  <a:lnTo>
                    <a:pt x="87" y="1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2887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6" h="1117" extrusionOk="0">
                  <a:moveTo>
                    <a:pt x="7" y="0"/>
                  </a:moveTo>
                  <a:lnTo>
                    <a:pt x="131" y="0"/>
                  </a:lnTo>
                  <a:lnTo>
                    <a:pt x="137" y="9"/>
                  </a:lnTo>
                  <a:lnTo>
                    <a:pt x="137" y="1041"/>
                  </a:lnTo>
                  <a:lnTo>
                    <a:pt x="177" y="1041"/>
                  </a:lnTo>
                  <a:lnTo>
                    <a:pt x="185" y="1050"/>
                  </a:lnTo>
                  <a:lnTo>
                    <a:pt x="185" y="1105"/>
                  </a:lnTo>
                  <a:lnTo>
                    <a:pt x="177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6" y="1041"/>
                  </a:lnTo>
                  <a:lnTo>
                    <a:pt x="46" y="75"/>
                  </a:lnTo>
                  <a:lnTo>
                    <a:pt x="7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2955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4" h="1117" extrusionOk="0">
                  <a:moveTo>
                    <a:pt x="6" y="331"/>
                  </a:moveTo>
                  <a:lnTo>
                    <a:pt x="130" y="331"/>
                  </a:lnTo>
                  <a:lnTo>
                    <a:pt x="136" y="341"/>
                  </a:lnTo>
                  <a:lnTo>
                    <a:pt x="136" y="1041"/>
                  </a:lnTo>
                  <a:lnTo>
                    <a:pt x="175" y="1041"/>
                  </a:lnTo>
                  <a:lnTo>
                    <a:pt x="183" y="1050"/>
                  </a:lnTo>
                  <a:lnTo>
                    <a:pt x="183" y="1105"/>
                  </a:lnTo>
                  <a:lnTo>
                    <a:pt x="175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5" y="1041"/>
                  </a:lnTo>
                  <a:lnTo>
                    <a:pt x="45" y="397"/>
                  </a:lnTo>
                  <a:lnTo>
                    <a:pt x="6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6" y="331"/>
                  </a:lnTo>
                  <a:close/>
                  <a:moveTo>
                    <a:pt x="52" y="0"/>
                  </a:moveTo>
                  <a:lnTo>
                    <a:pt x="130" y="0"/>
                  </a:lnTo>
                  <a:lnTo>
                    <a:pt x="136" y="9"/>
                  </a:lnTo>
                  <a:lnTo>
                    <a:pt x="136" y="132"/>
                  </a:lnTo>
                  <a:lnTo>
                    <a:pt x="130" y="141"/>
                  </a:lnTo>
                  <a:lnTo>
                    <a:pt x="52" y="141"/>
                  </a:lnTo>
                  <a:lnTo>
                    <a:pt x="45" y="132"/>
                  </a:lnTo>
                  <a:lnTo>
                    <a:pt x="45" y="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3022" y="2963"/>
              <a:ext cx="97" cy="252"/>
            </a:xfrm>
            <a:custGeom>
              <a:avLst/>
              <a:gdLst/>
              <a:ahLst/>
              <a:cxnLst/>
              <a:rect l="l" t="t" r="r" b="b"/>
              <a:pathLst>
                <a:path w="431" h="1117" extrusionOk="0">
                  <a:moveTo>
                    <a:pt x="172" y="397"/>
                  </a:moveTo>
                  <a:lnTo>
                    <a:pt x="252" y="397"/>
                  </a:lnTo>
                  <a:lnTo>
                    <a:pt x="252" y="455"/>
                  </a:lnTo>
                  <a:lnTo>
                    <a:pt x="258" y="463"/>
                  </a:lnTo>
                  <a:lnTo>
                    <a:pt x="294" y="463"/>
                  </a:lnTo>
                  <a:lnTo>
                    <a:pt x="294" y="973"/>
                  </a:lnTo>
                  <a:lnTo>
                    <a:pt x="258" y="973"/>
                  </a:lnTo>
                  <a:lnTo>
                    <a:pt x="252" y="984"/>
                  </a:lnTo>
                  <a:lnTo>
                    <a:pt x="252" y="1041"/>
                  </a:lnTo>
                  <a:lnTo>
                    <a:pt x="172" y="1041"/>
                  </a:lnTo>
                  <a:lnTo>
                    <a:pt x="172" y="984"/>
                  </a:lnTo>
                  <a:lnTo>
                    <a:pt x="166" y="973"/>
                  </a:lnTo>
                  <a:lnTo>
                    <a:pt x="129" y="973"/>
                  </a:lnTo>
                  <a:lnTo>
                    <a:pt x="129" y="918"/>
                  </a:lnTo>
                  <a:lnTo>
                    <a:pt x="124" y="909"/>
                  </a:lnTo>
                  <a:lnTo>
                    <a:pt x="92" y="909"/>
                  </a:lnTo>
                  <a:lnTo>
                    <a:pt x="92" y="529"/>
                  </a:lnTo>
                  <a:lnTo>
                    <a:pt x="124" y="529"/>
                  </a:lnTo>
                  <a:lnTo>
                    <a:pt x="129" y="519"/>
                  </a:lnTo>
                  <a:lnTo>
                    <a:pt x="129" y="463"/>
                  </a:lnTo>
                  <a:lnTo>
                    <a:pt x="166" y="463"/>
                  </a:lnTo>
                  <a:lnTo>
                    <a:pt x="172" y="455"/>
                  </a:lnTo>
                  <a:lnTo>
                    <a:pt x="172" y="397"/>
                  </a:lnTo>
                  <a:close/>
                  <a:moveTo>
                    <a:pt x="258" y="0"/>
                  </a:moveTo>
                  <a:lnTo>
                    <a:pt x="380" y="0"/>
                  </a:lnTo>
                  <a:lnTo>
                    <a:pt x="387" y="9"/>
                  </a:lnTo>
                  <a:lnTo>
                    <a:pt x="387" y="1041"/>
                  </a:lnTo>
                  <a:lnTo>
                    <a:pt x="423" y="1041"/>
                  </a:lnTo>
                  <a:lnTo>
                    <a:pt x="430" y="1050"/>
                  </a:lnTo>
                  <a:lnTo>
                    <a:pt x="430" y="1105"/>
                  </a:lnTo>
                  <a:lnTo>
                    <a:pt x="423" y="1116"/>
                  </a:lnTo>
                  <a:lnTo>
                    <a:pt x="343" y="1116"/>
                  </a:lnTo>
                  <a:lnTo>
                    <a:pt x="336" y="1105"/>
                  </a:lnTo>
                  <a:lnTo>
                    <a:pt x="336" y="1050"/>
                  </a:lnTo>
                  <a:lnTo>
                    <a:pt x="300" y="1050"/>
                  </a:lnTo>
                  <a:lnTo>
                    <a:pt x="300" y="1105"/>
                  </a:lnTo>
                  <a:lnTo>
                    <a:pt x="294" y="1116"/>
                  </a:lnTo>
                  <a:lnTo>
                    <a:pt x="129" y="1116"/>
                  </a:lnTo>
                  <a:lnTo>
                    <a:pt x="124" y="1105"/>
                  </a:lnTo>
                  <a:lnTo>
                    <a:pt x="124" y="1050"/>
                  </a:lnTo>
                  <a:lnTo>
                    <a:pt x="49" y="1050"/>
                  </a:lnTo>
                  <a:lnTo>
                    <a:pt x="44" y="1041"/>
                  </a:lnTo>
                  <a:lnTo>
                    <a:pt x="44" y="918"/>
                  </a:lnTo>
                  <a:lnTo>
                    <a:pt x="7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7" y="519"/>
                  </a:lnTo>
                  <a:lnTo>
                    <a:pt x="44" y="519"/>
                  </a:lnTo>
                  <a:lnTo>
                    <a:pt x="44" y="397"/>
                  </a:lnTo>
                  <a:lnTo>
                    <a:pt x="49" y="386"/>
                  </a:lnTo>
                  <a:lnTo>
                    <a:pt x="124" y="386"/>
                  </a:lnTo>
                  <a:lnTo>
                    <a:pt x="124" y="341"/>
                  </a:lnTo>
                  <a:lnTo>
                    <a:pt x="129" y="331"/>
                  </a:lnTo>
                  <a:lnTo>
                    <a:pt x="252" y="331"/>
                  </a:lnTo>
                  <a:lnTo>
                    <a:pt x="258" y="341"/>
                  </a:lnTo>
                  <a:lnTo>
                    <a:pt x="258" y="386"/>
                  </a:lnTo>
                  <a:lnTo>
                    <a:pt x="294" y="386"/>
                  </a:lnTo>
                  <a:lnTo>
                    <a:pt x="294" y="75"/>
                  </a:lnTo>
                  <a:lnTo>
                    <a:pt x="258" y="75"/>
                  </a:lnTo>
                  <a:lnTo>
                    <a:pt x="252" y="64"/>
                  </a:lnTo>
                  <a:lnTo>
                    <a:pt x="252" y="9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62" name="Google Shape;262;p24"/>
          <p:cNvGrpSpPr/>
          <p:nvPr/>
        </p:nvGrpSpPr>
        <p:grpSpPr>
          <a:xfrm>
            <a:off x="1679575" y="5521325"/>
            <a:ext cx="1092363" cy="443076"/>
            <a:chOff x="960" y="3155"/>
            <a:chExt cx="624" cy="253"/>
          </a:xfrm>
        </p:grpSpPr>
        <p:sp>
          <p:nvSpPr>
            <p:cNvPr id="263" name="Google Shape;263;p24"/>
            <p:cNvSpPr/>
            <p:nvPr/>
          </p:nvSpPr>
          <p:spPr>
            <a:xfrm>
              <a:off x="960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4" name="Google Shape;264;p24"/>
            <p:cNvSpPr/>
            <p:nvPr/>
          </p:nvSpPr>
          <p:spPr>
            <a:xfrm>
              <a:off x="1035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5" name="Google Shape;265;p24"/>
            <p:cNvSpPr/>
            <p:nvPr/>
          </p:nvSpPr>
          <p:spPr>
            <a:xfrm>
              <a:off x="1141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6" name="Google Shape;266;p24"/>
            <p:cNvSpPr/>
            <p:nvPr/>
          </p:nvSpPr>
          <p:spPr>
            <a:xfrm>
              <a:off x="1264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7" name="Google Shape;267;p24"/>
            <p:cNvSpPr/>
            <p:nvPr/>
          </p:nvSpPr>
          <p:spPr>
            <a:xfrm>
              <a:off x="136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8" name="Google Shape;268;p24"/>
            <p:cNvSpPr/>
            <p:nvPr/>
          </p:nvSpPr>
          <p:spPr>
            <a:xfrm>
              <a:off x="1429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1493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70" name="Google Shape;270;p24"/>
          <p:cNvGrpSpPr/>
          <p:nvPr/>
        </p:nvGrpSpPr>
        <p:grpSpPr>
          <a:xfrm>
            <a:off x="7727950" y="5521325"/>
            <a:ext cx="1092363" cy="443076"/>
            <a:chOff x="4416" y="3155"/>
            <a:chExt cx="624" cy="253"/>
          </a:xfrm>
        </p:grpSpPr>
        <p:sp>
          <p:nvSpPr>
            <p:cNvPr id="271" name="Google Shape;271;p24"/>
            <p:cNvSpPr/>
            <p:nvPr/>
          </p:nvSpPr>
          <p:spPr>
            <a:xfrm>
              <a:off x="4416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4491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4597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4720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4821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488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4949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mic Sans MS"/>
              <a:buNone/>
            </a:pPr>
            <a:r>
              <a:rPr lang="en-US" sz="4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Equivalence Class  Partitioning</a:t>
            </a:r>
            <a:endParaRPr/>
          </a:p>
        </p:txBody>
      </p:sp>
      <p:sp>
        <p:nvSpPr>
          <p:cNvPr id="284" name="Google Shape;284;p25"/>
          <p:cNvSpPr txBox="1">
            <a:spLocks noGrp="1"/>
          </p:cNvSpPr>
          <p:nvPr>
            <p:ph type="body" idx="1"/>
          </p:nvPr>
        </p:nvSpPr>
        <p:spPr>
          <a:xfrm>
            <a:off x="514350" y="1595437"/>
            <a:ext cx="92154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input is an enumerated set of  values: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e.g. {a,b,c}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equivalence class for valid input values. 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Another equivalence class for invalid input values should be defined.</a:t>
            </a:r>
            <a:r>
              <a:rPr lang="en-US" sz="32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291" name="Google Shape;291;p26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program reads an input value in the range of 1 and 5000: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Computes the square root of the input number </a:t>
            </a:r>
            <a:endParaRPr/>
          </a:p>
        </p:txBody>
      </p:sp>
      <p:sp>
        <p:nvSpPr>
          <p:cNvPr id="292" name="Google Shape;292;p26"/>
          <p:cNvSpPr/>
          <p:nvPr/>
        </p:nvSpPr>
        <p:spPr>
          <a:xfrm>
            <a:off x="4619625" y="4283075"/>
            <a:ext cx="1679575" cy="1343025"/>
          </a:xfrm>
          <a:prstGeom prst="ellipse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9825" tIns="51575" rIns="19825" bIns="51575" anchor="ctr" anchorCtr="1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SQRT</a:t>
            </a:r>
            <a:endParaRPr/>
          </a:p>
        </p:txBody>
      </p:sp>
      <p:cxnSp>
        <p:nvCxnSpPr>
          <p:cNvPr id="293" name="Google Shape;293;p26"/>
          <p:cNvCxnSpPr/>
          <p:nvPr/>
        </p:nvCxnSpPr>
        <p:spPr>
          <a:xfrm>
            <a:off x="1763712" y="4956175"/>
            <a:ext cx="2855912" cy="0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294" name="Google Shape;294;p26"/>
          <p:cNvCxnSpPr/>
          <p:nvPr/>
        </p:nvCxnSpPr>
        <p:spPr>
          <a:xfrm>
            <a:off x="6300787" y="4956175"/>
            <a:ext cx="2016125" cy="0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miter lim="800000"/>
            <a:headEnd type="none" w="med" len="med"/>
            <a:tailEnd type="triangle" w="lg" len="lg"/>
          </a:ln>
        </p:spPr>
      </p:cxnSp>
      <p:sp>
        <p:nvSpPr>
          <p:cNvPr id="295" name="Google Shape;295;p26"/>
          <p:cNvSpPr/>
          <p:nvPr/>
        </p:nvSpPr>
        <p:spPr>
          <a:xfrm>
            <a:off x="3611562" y="4535487"/>
            <a:ext cx="82550" cy="376237"/>
          </a:xfrm>
          <a:custGeom>
            <a:avLst/>
            <a:gdLst/>
            <a:ahLst/>
            <a:cxnLst/>
            <a:rect l="l" t="t" r="r" b="b"/>
            <a:pathLst>
              <a:path w="212" h="954" extrusionOk="0">
                <a:moveTo>
                  <a:pt x="0" y="284"/>
                </a:moveTo>
                <a:lnTo>
                  <a:pt x="211" y="284"/>
                </a:lnTo>
                <a:lnTo>
                  <a:pt x="211" y="291"/>
                </a:lnTo>
                <a:lnTo>
                  <a:pt x="211" y="890"/>
                </a:lnTo>
                <a:lnTo>
                  <a:pt x="211" y="890"/>
                </a:lnTo>
                <a:lnTo>
                  <a:pt x="211" y="899"/>
                </a:lnTo>
                <a:lnTo>
                  <a:pt x="211" y="946"/>
                </a:lnTo>
                <a:lnTo>
                  <a:pt x="211" y="953"/>
                </a:lnTo>
                <a:lnTo>
                  <a:pt x="0" y="953"/>
                </a:lnTo>
                <a:lnTo>
                  <a:pt x="0" y="946"/>
                </a:lnTo>
                <a:lnTo>
                  <a:pt x="0" y="899"/>
                </a:lnTo>
                <a:lnTo>
                  <a:pt x="0" y="890"/>
                </a:lnTo>
                <a:lnTo>
                  <a:pt x="0" y="890"/>
                </a:lnTo>
                <a:lnTo>
                  <a:pt x="0" y="338"/>
                </a:lnTo>
                <a:lnTo>
                  <a:pt x="0" y="338"/>
                </a:lnTo>
                <a:lnTo>
                  <a:pt x="0" y="331"/>
                </a:lnTo>
                <a:lnTo>
                  <a:pt x="0" y="291"/>
                </a:lnTo>
                <a:lnTo>
                  <a:pt x="0" y="284"/>
                </a:lnTo>
                <a:close/>
                <a:moveTo>
                  <a:pt x="0" y="0"/>
                </a:moveTo>
                <a:lnTo>
                  <a:pt x="211" y="0"/>
                </a:lnTo>
                <a:lnTo>
                  <a:pt x="211" y="7"/>
                </a:lnTo>
                <a:lnTo>
                  <a:pt x="211" y="113"/>
                </a:lnTo>
                <a:lnTo>
                  <a:pt x="211" y="122"/>
                </a:lnTo>
                <a:lnTo>
                  <a:pt x="0" y="122"/>
                </a:lnTo>
                <a:lnTo>
                  <a:pt x="0" y="113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7392987" y="4451350"/>
            <a:ext cx="80962" cy="334962"/>
          </a:xfrm>
          <a:custGeom>
            <a:avLst/>
            <a:gdLst/>
            <a:ahLst/>
            <a:cxnLst/>
            <a:rect l="l" t="t" r="r" b="b"/>
            <a:pathLst>
              <a:path w="212" h="848" extrusionOk="0">
                <a:moveTo>
                  <a:pt x="0" y="251"/>
                </a:moveTo>
                <a:lnTo>
                  <a:pt x="211" y="251"/>
                </a:lnTo>
                <a:lnTo>
                  <a:pt x="211" y="258"/>
                </a:lnTo>
                <a:lnTo>
                  <a:pt x="211" y="790"/>
                </a:lnTo>
                <a:lnTo>
                  <a:pt x="211" y="790"/>
                </a:lnTo>
                <a:lnTo>
                  <a:pt x="211" y="797"/>
                </a:lnTo>
                <a:lnTo>
                  <a:pt x="211" y="840"/>
                </a:lnTo>
                <a:lnTo>
                  <a:pt x="211" y="847"/>
                </a:lnTo>
                <a:lnTo>
                  <a:pt x="0" y="847"/>
                </a:lnTo>
                <a:lnTo>
                  <a:pt x="0" y="840"/>
                </a:lnTo>
                <a:lnTo>
                  <a:pt x="0" y="797"/>
                </a:lnTo>
                <a:lnTo>
                  <a:pt x="0" y="790"/>
                </a:lnTo>
                <a:lnTo>
                  <a:pt x="0" y="790"/>
                </a:lnTo>
                <a:lnTo>
                  <a:pt x="0" y="300"/>
                </a:lnTo>
                <a:lnTo>
                  <a:pt x="0" y="300"/>
                </a:lnTo>
                <a:lnTo>
                  <a:pt x="0" y="293"/>
                </a:lnTo>
                <a:lnTo>
                  <a:pt x="0" y="258"/>
                </a:lnTo>
                <a:lnTo>
                  <a:pt x="0" y="251"/>
                </a:lnTo>
                <a:close/>
                <a:moveTo>
                  <a:pt x="0" y="0"/>
                </a:moveTo>
                <a:lnTo>
                  <a:pt x="211" y="0"/>
                </a:lnTo>
                <a:lnTo>
                  <a:pt x="211" y="7"/>
                </a:lnTo>
                <a:lnTo>
                  <a:pt x="211" y="99"/>
                </a:lnTo>
                <a:lnTo>
                  <a:pt x="211" y="106"/>
                </a:lnTo>
                <a:lnTo>
                  <a:pt x="0" y="106"/>
                </a:lnTo>
                <a:lnTo>
                  <a:pt x="0" y="99"/>
                </a:lnTo>
                <a:lnTo>
                  <a:pt x="0" y="7"/>
                </a:lnTo>
                <a:lnTo>
                  <a:pt x="0" y="0"/>
                </a:lnTo>
                <a:close/>
              </a:path>
            </a:pathLst>
          </a:custGeom>
          <a:solidFill>
            <a:srgbClr val="0000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7" name="Google Shape;297;p26"/>
          <p:cNvCxnSpPr/>
          <p:nvPr/>
        </p:nvCxnSpPr>
        <p:spPr>
          <a:xfrm rot="10800000" flipH="1">
            <a:off x="7056437" y="4619625"/>
            <a:ext cx="84137" cy="168275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8" name="Google Shape;298;p26"/>
          <p:cNvCxnSpPr/>
          <p:nvPr/>
        </p:nvCxnSpPr>
        <p:spPr>
          <a:xfrm>
            <a:off x="7140575" y="4619625"/>
            <a:ext cx="84137" cy="168275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99" name="Google Shape;299;p26"/>
          <p:cNvCxnSpPr/>
          <p:nvPr/>
        </p:nvCxnSpPr>
        <p:spPr>
          <a:xfrm rot="10800000">
            <a:off x="7224712" y="4367212"/>
            <a:ext cx="0" cy="420687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00" name="Google Shape;300;p26"/>
          <p:cNvCxnSpPr/>
          <p:nvPr/>
        </p:nvCxnSpPr>
        <p:spPr>
          <a:xfrm>
            <a:off x="7224712" y="4367212"/>
            <a:ext cx="503237" cy="0"/>
          </a:xfrm>
          <a:prstGeom prst="straightConnector1">
            <a:avLst/>
          </a:prstGeom>
          <a:noFill/>
          <a:ln w="38150" cap="flat" cmpd="sng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Example </a:t>
            </a:r>
            <a:r>
              <a:rPr lang="en-US" sz="4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(cont.)</a:t>
            </a:r>
            <a:endParaRPr/>
          </a:p>
        </p:txBody>
      </p:sp>
      <p:sp>
        <p:nvSpPr>
          <p:cNvPr id="307" name="Google Shape;307;p27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three equivalence classes: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set of negative integers,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of integers in the range of 1 and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5000,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Integers larger than 5000. </a:t>
            </a:r>
            <a:endParaRPr/>
          </a:p>
        </p:txBody>
      </p:sp>
      <p:cxnSp>
        <p:nvCxnSpPr>
          <p:cNvPr id="308" name="Google Shape;308;p27"/>
          <p:cNvCxnSpPr/>
          <p:nvPr/>
        </p:nvCxnSpPr>
        <p:spPr>
          <a:xfrm>
            <a:off x="2940050" y="5711825"/>
            <a:ext cx="4621212" cy="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09" name="Google Shape;309;p27"/>
          <p:cNvSpPr txBox="1"/>
          <p:nvPr/>
        </p:nvSpPr>
        <p:spPr>
          <a:xfrm>
            <a:off x="2771775" y="5207000"/>
            <a:ext cx="1006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"/>
              <a:buNone/>
            </a:pPr>
            <a:r>
              <a:rPr lang="en-US" sz="31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6972300" y="5124450"/>
            <a:ext cx="1006475" cy="56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"/>
              <a:buNone/>
            </a:pPr>
            <a:r>
              <a:rPr lang="en-US" sz="31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5000</a:t>
            </a:r>
            <a:endParaRPr/>
          </a:p>
        </p:txBody>
      </p:sp>
      <p:cxnSp>
        <p:nvCxnSpPr>
          <p:cNvPr id="311" name="Google Shape;311;p27"/>
          <p:cNvCxnSpPr/>
          <p:nvPr/>
        </p:nvCxnSpPr>
        <p:spPr>
          <a:xfrm>
            <a:off x="31083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2" name="Google Shape;312;p27"/>
          <p:cNvCxnSpPr/>
          <p:nvPr/>
        </p:nvCxnSpPr>
        <p:spPr>
          <a:xfrm>
            <a:off x="32766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3" name="Google Shape;313;p27"/>
          <p:cNvCxnSpPr/>
          <p:nvPr/>
        </p:nvCxnSpPr>
        <p:spPr>
          <a:xfrm>
            <a:off x="34448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4" name="Google Shape;314;p27"/>
          <p:cNvCxnSpPr/>
          <p:nvPr/>
        </p:nvCxnSpPr>
        <p:spPr>
          <a:xfrm>
            <a:off x="36115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5" name="Google Shape;315;p27"/>
          <p:cNvCxnSpPr/>
          <p:nvPr/>
        </p:nvCxnSpPr>
        <p:spPr>
          <a:xfrm>
            <a:off x="37798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6" name="Google Shape;316;p27"/>
          <p:cNvCxnSpPr/>
          <p:nvPr/>
        </p:nvCxnSpPr>
        <p:spPr>
          <a:xfrm>
            <a:off x="394811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7" name="Google Shape;317;p27"/>
          <p:cNvCxnSpPr/>
          <p:nvPr/>
        </p:nvCxnSpPr>
        <p:spPr>
          <a:xfrm>
            <a:off x="41163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8" name="Google Shape;318;p27"/>
          <p:cNvCxnSpPr/>
          <p:nvPr/>
        </p:nvCxnSpPr>
        <p:spPr>
          <a:xfrm>
            <a:off x="42846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9" name="Google Shape;319;p27"/>
          <p:cNvCxnSpPr/>
          <p:nvPr/>
        </p:nvCxnSpPr>
        <p:spPr>
          <a:xfrm>
            <a:off x="44529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0" name="Google Shape;320;p27"/>
          <p:cNvCxnSpPr/>
          <p:nvPr/>
        </p:nvCxnSpPr>
        <p:spPr>
          <a:xfrm>
            <a:off x="46196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1" name="Google Shape;321;p27"/>
          <p:cNvCxnSpPr/>
          <p:nvPr/>
        </p:nvCxnSpPr>
        <p:spPr>
          <a:xfrm>
            <a:off x="47879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2" name="Google Shape;322;p27"/>
          <p:cNvCxnSpPr/>
          <p:nvPr/>
        </p:nvCxnSpPr>
        <p:spPr>
          <a:xfrm>
            <a:off x="49561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3" name="Google Shape;323;p27"/>
          <p:cNvCxnSpPr/>
          <p:nvPr/>
        </p:nvCxnSpPr>
        <p:spPr>
          <a:xfrm>
            <a:off x="51244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4" name="Google Shape;324;p27"/>
          <p:cNvCxnSpPr/>
          <p:nvPr/>
        </p:nvCxnSpPr>
        <p:spPr>
          <a:xfrm>
            <a:off x="52927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5" name="Google Shape;325;p27"/>
          <p:cNvCxnSpPr/>
          <p:nvPr/>
        </p:nvCxnSpPr>
        <p:spPr>
          <a:xfrm>
            <a:off x="54610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6" name="Google Shape;326;p27"/>
          <p:cNvCxnSpPr/>
          <p:nvPr/>
        </p:nvCxnSpPr>
        <p:spPr>
          <a:xfrm>
            <a:off x="56276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7" name="Google Shape;327;p27"/>
          <p:cNvCxnSpPr/>
          <p:nvPr/>
        </p:nvCxnSpPr>
        <p:spPr>
          <a:xfrm>
            <a:off x="57959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8" name="Google Shape;328;p27"/>
          <p:cNvCxnSpPr/>
          <p:nvPr/>
        </p:nvCxnSpPr>
        <p:spPr>
          <a:xfrm>
            <a:off x="59642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29" name="Google Shape;329;p27"/>
          <p:cNvCxnSpPr/>
          <p:nvPr/>
        </p:nvCxnSpPr>
        <p:spPr>
          <a:xfrm>
            <a:off x="613251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0" name="Google Shape;330;p27"/>
          <p:cNvCxnSpPr/>
          <p:nvPr/>
        </p:nvCxnSpPr>
        <p:spPr>
          <a:xfrm>
            <a:off x="63007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1" name="Google Shape;331;p27"/>
          <p:cNvCxnSpPr/>
          <p:nvPr/>
        </p:nvCxnSpPr>
        <p:spPr>
          <a:xfrm>
            <a:off x="64690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2" name="Google Shape;332;p27"/>
          <p:cNvCxnSpPr/>
          <p:nvPr/>
        </p:nvCxnSpPr>
        <p:spPr>
          <a:xfrm>
            <a:off x="66357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3" name="Google Shape;333;p27"/>
          <p:cNvCxnSpPr/>
          <p:nvPr/>
        </p:nvCxnSpPr>
        <p:spPr>
          <a:xfrm>
            <a:off x="68040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4" name="Google Shape;334;p27"/>
          <p:cNvCxnSpPr/>
          <p:nvPr/>
        </p:nvCxnSpPr>
        <p:spPr>
          <a:xfrm>
            <a:off x="69723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5" name="Google Shape;335;p27"/>
          <p:cNvCxnSpPr/>
          <p:nvPr/>
        </p:nvCxnSpPr>
        <p:spPr>
          <a:xfrm>
            <a:off x="71405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6" name="Google Shape;336;p27"/>
          <p:cNvCxnSpPr/>
          <p:nvPr/>
        </p:nvCxnSpPr>
        <p:spPr>
          <a:xfrm>
            <a:off x="73088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37" name="Google Shape;337;p27"/>
          <p:cNvCxnSpPr/>
          <p:nvPr/>
        </p:nvCxnSpPr>
        <p:spPr>
          <a:xfrm>
            <a:off x="74771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338" name="Google Shape;338;p27"/>
          <p:cNvGrpSpPr/>
          <p:nvPr/>
        </p:nvGrpSpPr>
        <p:grpSpPr>
          <a:xfrm>
            <a:off x="4633912" y="5184775"/>
            <a:ext cx="823912" cy="441325"/>
            <a:chOff x="2648" y="2963"/>
            <a:chExt cx="471" cy="252"/>
          </a:xfrm>
        </p:grpSpPr>
        <p:sp>
          <p:nvSpPr>
            <p:cNvPr id="339" name="Google Shape;339;p27"/>
            <p:cNvSpPr/>
            <p:nvPr/>
          </p:nvSpPr>
          <p:spPr>
            <a:xfrm>
              <a:off x="2648" y="3038"/>
              <a:ext cx="107" cy="177"/>
            </a:xfrm>
            <a:custGeom>
              <a:avLst/>
              <a:gdLst/>
              <a:ahLst/>
              <a:cxnLst/>
              <a:rect l="l" t="t" r="r" b="b"/>
              <a:pathLst>
                <a:path w="477" h="786" extrusionOk="0">
                  <a:moveTo>
                    <a:pt x="7" y="0"/>
                  </a:moveTo>
                  <a:lnTo>
                    <a:pt x="168" y="0"/>
                  </a:lnTo>
                  <a:lnTo>
                    <a:pt x="174" y="10"/>
                  </a:lnTo>
                  <a:lnTo>
                    <a:pt x="174" y="55"/>
                  </a:lnTo>
                  <a:lnTo>
                    <a:pt x="168" y="66"/>
                  </a:lnTo>
                  <a:lnTo>
                    <a:pt x="136" y="66"/>
                  </a:lnTo>
                  <a:lnTo>
                    <a:pt x="136" y="188"/>
                  </a:lnTo>
                  <a:lnTo>
                    <a:pt x="168" y="188"/>
                  </a:lnTo>
                  <a:lnTo>
                    <a:pt x="174" y="198"/>
                  </a:lnTo>
                  <a:lnTo>
                    <a:pt x="174" y="388"/>
                  </a:lnTo>
                  <a:lnTo>
                    <a:pt x="210" y="388"/>
                  </a:lnTo>
                  <a:lnTo>
                    <a:pt x="217" y="397"/>
                  </a:lnTo>
                  <a:lnTo>
                    <a:pt x="217" y="578"/>
                  </a:lnTo>
                  <a:lnTo>
                    <a:pt x="254" y="578"/>
                  </a:lnTo>
                  <a:lnTo>
                    <a:pt x="254" y="529"/>
                  </a:lnTo>
                  <a:lnTo>
                    <a:pt x="260" y="520"/>
                  </a:lnTo>
                  <a:lnTo>
                    <a:pt x="297" y="520"/>
                  </a:lnTo>
                  <a:lnTo>
                    <a:pt x="297" y="330"/>
                  </a:lnTo>
                  <a:lnTo>
                    <a:pt x="304" y="320"/>
                  </a:lnTo>
                  <a:lnTo>
                    <a:pt x="340" y="320"/>
                  </a:lnTo>
                  <a:lnTo>
                    <a:pt x="340" y="66"/>
                  </a:lnTo>
                  <a:lnTo>
                    <a:pt x="304" y="66"/>
                  </a:lnTo>
                  <a:lnTo>
                    <a:pt x="297" y="55"/>
                  </a:lnTo>
                  <a:lnTo>
                    <a:pt x="297" y="10"/>
                  </a:lnTo>
                  <a:lnTo>
                    <a:pt x="304" y="0"/>
                  </a:lnTo>
                  <a:lnTo>
                    <a:pt x="469" y="0"/>
                  </a:lnTo>
                  <a:lnTo>
                    <a:pt x="476" y="10"/>
                  </a:lnTo>
                  <a:lnTo>
                    <a:pt x="476" y="55"/>
                  </a:lnTo>
                  <a:lnTo>
                    <a:pt x="469" y="66"/>
                  </a:lnTo>
                  <a:lnTo>
                    <a:pt x="432" y="66"/>
                  </a:lnTo>
                  <a:lnTo>
                    <a:pt x="432" y="124"/>
                  </a:lnTo>
                  <a:lnTo>
                    <a:pt x="426" y="132"/>
                  </a:lnTo>
                  <a:lnTo>
                    <a:pt x="389" y="132"/>
                  </a:lnTo>
                  <a:lnTo>
                    <a:pt x="389" y="320"/>
                  </a:lnTo>
                  <a:lnTo>
                    <a:pt x="382" y="330"/>
                  </a:lnTo>
                  <a:lnTo>
                    <a:pt x="346" y="330"/>
                  </a:lnTo>
                  <a:lnTo>
                    <a:pt x="346" y="520"/>
                  </a:lnTo>
                  <a:lnTo>
                    <a:pt x="340" y="529"/>
                  </a:lnTo>
                  <a:lnTo>
                    <a:pt x="304" y="529"/>
                  </a:lnTo>
                  <a:lnTo>
                    <a:pt x="304" y="710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60" y="774"/>
                  </a:lnTo>
                  <a:lnTo>
                    <a:pt x="254" y="785"/>
                  </a:lnTo>
                  <a:lnTo>
                    <a:pt x="217" y="785"/>
                  </a:lnTo>
                  <a:lnTo>
                    <a:pt x="210" y="774"/>
                  </a:lnTo>
                  <a:lnTo>
                    <a:pt x="210" y="719"/>
                  </a:lnTo>
                  <a:lnTo>
                    <a:pt x="174" y="719"/>
                  </a:lnTo>
                  <a:lnTo>
                    <a:pt x="168" y="710"/>
                  </a:lnTo>
                  <a:lnTo>
                    <a:pt x="168" y="587"/>
                  </a:lnTo>
                  <a:lnTo>
                    <a:pt x="136" y="587"/>
                  </a:lnTo>
                  <a:lnTo>
                    <a:pt x="130" y="578"/>
                  </a:lnTo>
                  <a:lnTo>
                    <a:pt x="130" y="397"/>
                  </a:lnTo>
                  <a:lnTo>
                    <a:pt x="94" y="397"/>
                  </a:lnTo>
                  <a:lnTo>
                    <a:pt x="87" y="388"/>
                  </a:lnTo>
                  <a:lnTo>
                    <a:pt x="87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7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2779" y="3038"/>
              <a:ext cx="87" cy="177"/>
            </a:xfrm>
            <a:custGeom>
              <a:avLst/>
              <a:gdLst/>
              <a:ahLst/>
              <a:cxnLst/>
              <a:rect l="l" t="t" r="r" b="b"/>
              <a:pathLst>
                <a:path w="390" h="786" extrusionOk="0">
                  <a:moveTo>
                    <a:pt x="217" y="330"/>
                  </a:moveTo>
                  <a:lnTo>
                    <a:pt x="253" y="330"/>
                  </a:lnTo>
                  <a:lnTo>
                    <a:pt x="253" y="578"/>
                  </a:lnTo>
                  <a:lnTo>
                    <a:pt x="217" y="578"/>
                  </a:lnTo>
                  <a:lnTo>
                    <a:pt x="210" y="587"/>
                  </a:lnTo>
                  <a:lnTo>
                    <a:pt x="210" y="642"/>
                  </a:lnTo>
                  <a:lnTo>
                    <a:pt x="92" y="642"/>
                  </a:lnTo>
                  <a:lnTo>
                    <a:pt x="92" y="463"/>
                  </a:lnTo>
                  <a:lnTo>
                    <a:pt x="125" y="463"/>
                  </a:lnTo>
                  <a:lnTo>
                    <a:pt x="130" y="452"/>
                  </a:lnTo>
                  <a:lnTo>
                    <a:pt x="130" y="397"/>
                  </a:lnTo>
                  <a:lnTo>
                    <a:pt x="210" y="397"/>
                  </a:lnTo>
                  <a:lnTo>
                    <a:pt x="217" y="388"/>
                  </a:lnTo>
                  <a:lnTo>
                    <a:pt x="217" y="330"/>
                  </a:lnTo>
                  <a:close/>
                  <a:moveTo>
                    <a:pt x="92" y="0"/>
                  </a:moveTo>
                  <a:lnTo>
                    <a:pt x="297" y="0"/>
                  </a:lnTo>
                  <a:lnTo>
                    <a:pt x="302" y="10"/>
                  </a:lnTo>
                  <a:lnTo>
                    <a:pt x="302" y="55"/>
                  </a:lnTo>
                  <a:lnTo>
                    <a:pt x="339" y="55"/>
                  </a:lnTo>
                  <a:lnTo>
                    <a:pt x="346" y="66"/>
                  </a:lnTo>
                  <a:lnTo>
                    <a:pt x="346" y="710"/>
                  </a:lnTo>
                  <a:lnTo>
                    <a:pt x="382" y="710"/>
                  </a:lnTo>
                  <a:lnTo>
                    <a:pt x="389" y="719"/>
                  </a:lnTo>
                  <a:lnTo>
                    <a:pt x="389" y="774"/>
                  </a:lnTo>
                  <a:lnTo>
                    <a:pt x="382" y="785"/>
                  </a:lnTo>
                  <a:lnTo>
                    <a:pt x="302" y="785"/>
                  </a:lnTo>
                  <a:lnTo>
                    <a:pt x="297" y="774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53" y="710"/>
                  </a:lnTo>
                  <a:lnTo>
                    <a:pt x="253" y="653"/>
                  </a:lnTo>
                  <a:lnTo>
                    <a:pt x="217" y="653"/>
                  </a:lnTo>
                  <a:lnTo>
                    <a:pt x="217" y="710"/>
                  </a:lnTo>
                  <a:lnTo>
                    <a:pt x="210" y="719"/>
                  </a:lnTo>
                  <a:lnTo>
                    <a:pt x="173" y="719"/>
                  </a:lnTo>
                  <a:lnTo>
                    <a:pt x="173" y="774"/>
                  </a:lnTo>
                  <a:lnTo>
                    <a:pt x="167" y="785"/>
                  </a:lnTo>
                  <a:lnTo>
                    <a:pt x="50" y="785"/>
                  </a:lnTo>
                  <a:lnTo>
                    <a:pt x="43" y="774"/>
                  </a:lnTo>
                  <a:lnTo>
                    <a:pt x="43" y="719"/>
                  </a:lnTo>
                  <a:lnTo>
                    <a:pt x="7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7" y="452"/>
                  </a:lnTo>
                  <a:lnTo>
                    <a:pt x="43" y="452"/>
                  </a:lnTo>
                  <a:lnTo>
                    <a:pt x="43" y="397"/>
                  </a:lnTo>
                  <a:lnTo>
                    <a:pt x="50" y="388"/>
                  </a:lnTo>
                  <a:lnTo>
                    <a:pt x="87" y="388"/>
                  </a:lnTo>
                  <a:lnTo>
                    <a:pt x="87" y="330"/>
                  </a:lnTo>
                  <a:lnTo>
                    <a:pt x="92" y="320"/>
                  </a:lnTo>
                  <a:lnTo>
                    <a:pt x="167" y="320"/>
                  </a:lnTo>
                  <a:lnTo>
                    <a:pt x="167" y="264"/>
                  </a:lnTo>
                  <a:lnTo>
                    <a:pt x="173" y="256"/>
                  </a:lnTo>
                  <a:lnTo>
                    <a:pt x="253" y="256"/>
                  </a:lnTo>
                  <a:lnTo>
                    <a:pt x="253" y="132"/>
                  </a:lnTo>
                  <a:lnTo>
                    <a:pt x="217" y="132"/>
                  </a:lnTo>
                  <a:lnTo>
                    <a:pt x="210" y="124"/>
                  </a:lnTo>
                  <a:lnTo>
                    <a:pt x="210" y="66"/>
                  </a:lnTo>
                  <a:lnTo>
                    <a:pt x="130" y="66"/>
                  </a:lnTo>
                  <a:lnTo>
                    <a:pt x="130" y="188"/>
                  </a:lnTo>
                  <a:lnTo>
                    <a:pt x="125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50" y="55"/>
                  </a:lnTo>
                  <a:lnTo>
                    <a:pt x="87" y="55"/>
                  </a:lnTo>
                  <a:lnTo>
                    <a:pt x="87" y="1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2887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6" h="1117" extrusionOk="0">
                  <a:moveTo>
                    <a:pt x="7" y="0"/>
                  </a:moveTo>
                  <a:lnTo>
                    <a:pt x="131" y="0"/>
                  </a:lnTo>
                  <a:lnTo>
                    <a:pt x="137" y="9"/>
                  </a:lnTo>
                  <a:lnTo>
                    <a:pt x="137" y="1041"/>
                  </a:lnTo>
                  <a:lnTo>
                    <a:pt x="177" y="1041"/>
                  </a:lnTo>
                  <a:lnTo>
                    <a:pt x="185" y="1050"/>
                  </a:lnTo>
                  <a:lnTo>
                    <a:pt x="185" y="1105"/>
                  </a:lnTo>
                  <a:lnTo>
                    <a:pt x="177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6" y="1041"/>
                  </a:lnTo>
                  <a:lnTo>
                    <a:pt x="46" y="75"/>
                  </a:lnTo>
                  <a:lnTo>
                    <a:pt x="7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2955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4" h="1117" extrusionOk="0">
                  <a:moveTo>
                    <a:pt x="6" y="331"/>
                  </a:moveTo>
                  <a:lnTo>
                    <a:pt x="130" y="331"/>
                  </a:lnTo>
                  <a:lnTo>
                    <a:pt x="136" y="341"/>
                  </a:lnTo>
                  <a:lnTo>
                    <a:pt x="136" y="1041"/>
                  </a:lnTo>
                  <a:lnTo>
                    <a:pt x="175" y="1041"/>
                  </a:lnTo>
                  <a:lnTo>
                    <a:pt x="183" y="1050"/>
                  </a:lnTo>
                  <a:lnTo>
                    <a:pt x="183" y="1105"/>
                  </a:lnTo>
                  <a:lnTo>
                    <a:pt x="175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5" y="1041"/>
                  </a:lnTo>
                  <a:lnTo>
                    <a:pt x="45" y="397"/>
                  </a:lnTo>
                  <a:lnTo>
                    <a:pt x="6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6" y="331"/>
                  </a:lnTo>
                  <a:close/>
                  <a:moveTo>
                    <a:pt x="52" y="0"/>
                  </a:moveTo>
                  <a:lnTo>
                    <a:pt x="130" y="0"/>
                  </a:lnTo>
                  <a:lnTo>
                    <a:pt x="136" y="9"/>
                  </a:lnTo>
                  <a:lnTo>
                    <a:pt x="136" y="132"/>
                  </a:lnTo>
                  <a:lnTo>
                    <a:pt x="130" y="141"/>
                  </a:lnTo>
                  <a:lnTo>
                    <a:pt x="52" y="141"/>
                  </a:lnTo>
                  <a:lnTo>
                    <a:pt x="45" y="132"/>
                  </a:lnTo>
                  <a:lnTo>
                    <a:pt x="45" y="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3022" y="2963"/>
              <a:ext cx="97" cy="252"/>
            </a:xfrm>
            <a:custGeom>
              <a:avLst/>
              <a:gdLst/>
              <a:ahLst/>
              <a:cxnLst/>
              <a:rect l="l" t="t" r="r" b="b"/>
              <a:pathLst>
                <a:path w="431" h="1117" extrusionOk="0">
                  <a:moveTo>
                    <a:pt x="172" y="397"/>
                  </a:moveTo>
                  <a:lnTo>
                    <a:pt x="252" y="397"/>
                  </a:lnTo>
                  <a:lnTo>
                    <a:pt x="252" y="455"/>
                  </a:lnTo>
                  <a:lnTo>
                    <a:pt x="258" y="463"/>
                  </a:lnTo>
                  <a:lnTo>
                    <a:pt x="294" y="463"/>
                  </a:lnTo>
                  <a:lnTo>
                    <a:pt x="294" y="973"/>
                  </a:lnTo>
                  <a:lnTo>
                    <a:pt x="258" y="973"/>
                  </a:lnTo>
                  <a:lnTo>
                    <a:pt x="252" y="984"/>
                  </a:lnTo>
                  <a:lnTo>
                    <a:pt x="252" y="1041"/>
                  </a:lnTo>
                  <a:lnTo>
                    <a:pt x="172" y="1041"/>
                  </a:lnTo>
                  <a:lnTo>
                    <a:pt x="172" y="984"/>
                  </a:lnTo>
                  <a:lnTo>
                    <a:pt x="166" y="973"/>
                  </a:lnTo>
                  <a:lnTo>
                    <a:pt x="129" y="973"/>
                  </a:lnTo>
                  <a:lnTo>
                    <a:pt x="129" y="918"/>
                  </a:lnTo>
                  <a:lnTo>
                    <a:pt x="124" y="909"/>
                  </a:lnTo>
                  <a:lnTo>
                    <a:pt x="92" y="909"/>
                  </a:lnTo>
                  <a:lnTo>
                    <a:pt x="92" y="529"/>
                  </a:lnTo>
                  <a:lnTo>
                    <a:pt x="124" y="529"/>
                  </a:lnTo>
                  <a:lnTo>
                    <a:pt x="129" y="519"/>
                  </a:lnTo>
                  <a:lnTo>
                    <a:pt x="129" y="463"/>
                  </a:lnTo>
                  <a:lnTo>
                    <a:pt x="166" y="463"/>
                  </a:lnTo>
                  <a:lnTo>
                    <a:pt x="172" y="455"/>
                  </a:lnTo>
                  <a:lnTo>
                    <a:pt x="172" y="397"/>
                  </a:lnTo>
                  <a:close/>
                  <a:moveTo>
                    <a:pt x="258" y="0"/>
                  </a:moveTo>
                  <a:lnTo>
                    <a:pt x="380" y="0"/>
                  </a:lnTo>
                  <a:lnTo>
                    <a:pt x="387" y="9"/>
                  </a:lnTo>
                  <a:lnTo>
                    <a:pt x="387" y="1041"/>
                  </a:lnTo>
                  <a:lnTo>
                    <a:pt x="423" y="1041"/>
                  </a:lnTo>
                  <a:lnTo>
                    <a:pt x="430" y="1050"/>
                  </a:lnTo>
                  <a:lnTo>
                    <a:pt x="430" y="1105"/>
                  </a:lnTo>
                  <a:lnTo>
                    <a:pt x="423" y="1116"/>
                  </a:lnTo>
                  <a:lnTo>
                    <a:pt x="343" y="1116"/>
                  </a:lnTo>
                  <a:lnTo>
                    <a:pt x="336" y="1105"/>
                  </a:lnTo>
                  <a:lnTo>
                    <a:pt x="336" y="1050"/>
                  </a:lnTo>
                  <a:lnTo>
                    <a:pt x="300" y="1050"/>
                  </a:lnTo>
                  <a:lnTo>
                    <a:pt x="300" y="1105"/>
                  </a:lnTo>
                  <a:lnTo>
                    <a:pt x="294" y="1116"/>
                  </a:lnTo>
                  <a:lnTo>
                    <a:pt x="129" y="1116"/>
                  </a:lnTo>
                  <a:lnTo>
                    <a:pt x="124" y="1105"/>
                  </a:lnTo>
                  <a:lnTo>
                    <a:pt x="124" y="1050"/>
                  </a:lnTo>
                  <a:lnTo>
                    <a:pt x="49" y="1050"/>
                  </a:lnTo>
                  <a:lnTo>
                    <a:pt x="44" y="1041"/>
                  </a:lnTo>
                  <a:lnTo>
                    <a:pt x="44" y="918"/>
                  </a:lnTo>
                  <a:lnTo>
                    <a:pt x="7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7" y="519"/>
                  </a:lnTo>
                  <a:lnTo>
                    <a:pt x="44" y="519"/>
                  </a:lnTo>
                  <a:lnTo>
                    <a:pt x="44" y="397"/>
                  </a:lnTo>
                  <a:lnTo>
                    <a:pt x="49" y="386"/>
                  </a:lnTo>
                  <a:lnTo>
                    <a:pt x="124" y="386"/>
                  </a:lnTo>
                  <a:lnTo>
                    <a:pt x="124" y="341"/>
                  </a:lnTo>
                  <a:lnTo>
                    <a:pt x="129" y="331"/>
                  </a:lnTo>
                  <a:lnTo>
                    <a:pt x="252" y="331"/>
                  </a:lnTo>
                  <a:lnTo>
                    <a:pt x="258" y="341"/>
                  </a:lnTo>
                  <a:lnTo>
                    <a:pt x="258" y="386"/>
                  </a:lnTo>
                  <a:lnTo>
                    <a:pt x="294" y="386"/>
                  </a:lnTo>
                  <a:lnTo>
                    <a:pt x="294" y="75"/>
                  </a:lnTo>
                  <a:lnTo>
                    <a:pt x="258" y="75"/>
                  </a:lnTo>
                  <a:lnTo>
                    <a:pt x="252" y="64"/>
                  </a:lnTo>
                  <a:lnTo>
                    <a:pt x="252" y="9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4" name="Google Shape;344;p27"/>
          <p:cNvGrpSpPr/>
          <p:nvPr/>
        </p:nvGrpSpPr>
        <p:grpSpPr>
          <a:xfrm>
            <a:off x="1679575" y="5521325"/>
            <a:ext cx="1092363" cy="443076"/>
            <a:chOff x="960" y="3155"/>
            <a:chExt cx="624" cy="253"/>
          </a:xfrm>
        </p:grpSpPr>
        <p:sp>
          <p:nvSpPr>
            <p:cNvPr id="345" name="Google Shape;345;p27"/>
            <p:cNvSpPr/>
            <p:nvPr/>
          </p:nvSpPr>
          <p:spPr>
            <a:xfrm>
              <a:off x="960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6" name="Google Shape;346;p27"/>
            <p:cNvSpPr/>
            <p:nvPr/>
          </p:nvSpPr>
          <p:spPr>
            <a:xfrm>
              <a:off x="1035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7" name="Google Shape;347;p27"/>
            <p:cNvSpPr/>
            <p:nvPr/>
          </p:nvSpPr>
          <p:spPr>
            <a:xfrm>
              <a:off x="1141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8" name="Google Shape;348;p27"/>
            <p:cNvSpPr/>
            <p:nvPr/>
          </p:nvSpPr>
          <p:spPr>
            <a:xfrm>
              <a:off x="1264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49" name="Google Shape;349;p27"/>
            <p:cNvSpPr/>
            <p:nvPr/>
          </p:nvSpPr>
          <p:spPr>
            <a:xfrm>
              <a:off x="136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0" name="Google Shape;350;p27"/>
            <p:cNvSpPr/>
            <p:nvPr/>
          </p:nvSpPr>
          <p:spPr>
            <a:xfrm>
              <a:off x="1429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1" name="Google Shape;351;p27"/>
            <p:cNvSpPr/>
            <p:nvPr/>
          </p:nvSpPr>
          <p:spPr>
            <a:xfrm>
              <a:off x="1493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2" name="Google Shape;352;p27"/>
          <p:cNvGrpSpPr/>
          <p:nvPr/>
        </p:nvGrpSpPr>
        <p:grpSpPr>
          <a:xfrm>
            <a:off x="7727950" y="5521325"/>
            <a:ext cx="1092363" cy="443076"/>
            <a:chOff x="4416" y="3155"/>
            <a:chExt cx="624" cy="253"/>
          </a:xfrm>
        </p:grpSpPr>
        <p:sp>
          <p:nvSpPr>
            <p:cNvPr id="353" name="Google Shape;353;p27"/>
            <p:cNvSpPr/>
            <p:nvPr/>
          </p:nvSpPr>
          <p:spPr>
            <a:xfrm>
              <a:off x="4416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4" name="Google Shape;354;p27"/>
            <p:cNvSpPr/>
            <p:nvPr/>
          </p:nvSpPr>
          <p:spPr>
            <a:xfrm>
              <a:off x="4491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5" name="Google Shape;355;p27"/>
            <p:cNvSpPr/>
            <p:nvPr/>
          </p:nvSpPr>
          <p:spPr>
            <a:xfrm>
              <a:off x="4597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6" name="Google Shape;356;p27"/>
            <p:cNvSpPr/>
            <p:nvPr/>
          </p:nvSpPr>
          <p:spPr>
            <a:xfrm>
              <a:off x="4720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7" name="Google Shape;357;p27"/>
            <p:cNvSpPr/>
            <p:nvPr/>
          </p:nvSpPr>
          <p:spPr>
            <a:xfrm>
              <a:off x="4821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8" name="Google Shape;358;p27"/>
            <p:cNvSpPr/>
            <p:nvPr/>
          </p:nvSpPr>
          <p:spPr>
            <a:xfrm>
              <a:off x="488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59" name="Google Shape;359;p27"/>
            <p:cNvSpPr/>
            <p:nvPr/>
          </p:nvSpPr>
          <p:spPr>
            <a:xfrm>
              <a:off x="4949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</a:t>
            </a:r>
            <a:r>
              <a:rPr lang="en-US" sz="4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(cont.)</a:t>
            </a:r>
            <a:endParaRPr/>
          </a:p>
        </p:txBody>
      </p:sp>
      <p:sp>
        <p:nvSpPr>
          <p:cNvPr id="366" name="Google Shape;366;p28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test suite must include: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Representatives from each of the three equivalence classes: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possible test suite can be: </a:t>
            </a:r>
            <a:b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{-5,500,6000}.</a:t>
            </a:r>
            <a:endParaRPr/>
          </a:p>
        </p:txBody>
      </p:sp>
      <p:cxnSp>
        <p:nvCxnSpPr>
          <p:cNvPr id="367" name="Google Shape;367;p28"/>
          <p:cNvCxnSpPr/>
          <p:nvPr/>
        </p:nvCxnSpPr>
        <p:spPr>
          <a:xfrm>
            <a:off x="2940050" y="5711825"/>
            <a:ext cx="4621212" cy="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68" name="Google Shape;368;p28"/>
          <p:cNvSpPr txBox="1"/>
          <p:nvPr/>
        </p:nvSpPr>
        <p:spPr>
          <a:xfrm>
            <a:off x="2771775" y="5207000"/>
            <a:ext cx="1006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"/>
              <a:buNone/>
            </a:pPr>
            <a:r>
              <a:rPr lang="en-US" sz="31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369" name="Google Shape;369;p28"/>
          <p:cNvSpPr txBox="1"/>
          <p:nvPr/>
        </p:nvSpPr>
        <p:spPr>
          <a:xfrm>
            <a:off x="6972300" y="5040312"/>
            <a:ext cx="1006475" cy="56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"/>
              <a:buNone/>
            </a:pPr>
            <a:r>
              <a:rPr lang="en-US" sz="31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5000</a:t>
            </a:r>
            <a:endParaRPr/>
          </a:p>
        </p:txBody>
      </p:sp>
      <p:cxnSp>
        <p:nvCxnSpPr>
          <p:cNvPr id="370" name="Google Shape;370;p28"/>
          <p:cNvCxnSpPr/>
          <p:nvPr/>
        </p:nvCxnSpPr>
        <p:spPr>
          <a:xfrm>
            <a:off x="31083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1" name="Google Shape;371;p28"/>
          <p:cNvCxnSpPr/>
          <p:nvPr/>
        </p:nvCxnSpPr>
        <p:spPr>
          <a:xfrm>
            <a:off x="32766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2" name="Google Shape;372;p28"/>
          <p:cNvCxnSpPr/>
          <p:nvPr/>
        </p:nvCxnSpPr>
        <p:spPr>
          <a:xfrm>
            <a:off x="34448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3" name="Google Shape;373;p28"/>
          <p:cNvCxnSpPr/>
          <p:nvPr/>
        </p:nvCxnSpPr>
        <p:spPr>
          <a:xfrm>
            <a:off x="36115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4" name="Google Shape;374;p28"/>
          <p:cNvCxnSpPr/>
          <p:nvPr/>
        </p:nvCxnSpPr>
        <p:spPr>
          <a:xfrm>
            <a:off x="37798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5" name="Google Shape;375;p28"/>
          <p:cNvCxnSpPr/>
          <p:nvPr/>
        </p:nvCxnSpPr>
        <p:spPr>
          <a:xfrm>
            <a:off x="394811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6" name="Google Shape;376;p28"/>
          <p:cNvCxnSpPr/>
          <p:nvPr/>
        </p:nvCxnSpPr>
        <p:spPr>
          <a:xfrm>
            <a:off x="41163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7" name="Google Shape;377;p28"/>
          <p:cNvCxnSpPr/>
          <p:nvPr/>
        </p:nvCxnSpPr>
        <p:spPr>
          <a:xfrm>
            <a:off x="42846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8" name="Google Shape;378;p28"/>
          <p:cNvCxnSpPr/>
          <p:nvPr/>
        </p:nvCxnSpPr>
        <p:spPr>
          <a:xfrm>
            <a:off x="44529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79" name="Google Shape;379;p28"/>
          <p:cNvCxnSpPr/>
          <p:nvPr/>
        </p:nvCxnSpPr>
        <p:spPr>
          <a:xfrm>
            <a:off x="46196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0" name="Google Shape;380;p28"/>
          <p:cNvCxnSpPr/>
          <p:nvPr/>
        </p:nvCxnSpPr>
        <p:spPr>
          <a:xfrm>
            <a:off x="47879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1" name="Google Shape;381;p28"/>
          <p:cNvCxnSpPr/>
          <p:nvPr/>
        </p:nvCxnSpPr>
        <p:spPr>
          <a:xfrm>
            <a:off x="49561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2" name="Google Shape;382;p28"/>
          <p:cNvCxnSpPr/>
          <p:nvPr/>
        </p:nvCxnSpPr>
        <p:spPr>
          <a:xfrm>
            <a:off x="51244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3" name="Google Shape;383;p28"/>
          <p:cNvCxnSpPr/>
          <p:nvPr/>
        </p:nvCxnSpPr>
        <p:spPr>
          <a:xfrm>
            <a:off x="52927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4" name="Google Shape;384;p28"/>
          <p:cNvCxnSpPr/>
          <p:nvPr/>
        </p:nvCxnSpPr>
        <p:spPr>
          <a:xfrm>
            <a:off x="54610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5" name="Google Shape;385;p28"/>
          <p:cNvCxnSpPr/>
          <p:nvPr/>
        </p:nvCxnSpPr>
        <p:spPr>
          <a:xfrm>
            <a:off x="56276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6" name="Google Shape;386;p28"/>
          <p:cNvCxnSpPr/>
          <p:nvPr/>
        </p:nvCxnSpPr>
        <p:spPr>
          <a:xfrm>
            <a:off x="57959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7" name="Google Shape;387;p28"/>
          <p:cNvCxnSpPr/>
          <p:nvPr/>
        </p:nvCxnSpPr>
        <p:spPr>
          <a:xfrm>
            <a:off x="59642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8" name="Google Shape;388;p28"/>
          <p:cNvCxnSpPr/>
          <p:nvPr/>
        </p:nvCxnSpPr>
        <p:spPr>
          <a:xfrm>
            <a:off x="613251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9" name="Google Shape;389;p28"/>
          <p:cNvCxnSpPr/>
          <p:nvPr/>
        </p:nvCxnSpPr>
        <p:spPr>
          <a:xfrm>
            <a:off x="63007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0" name="Google Shape;390;p28"/>
          <p:cNvCxnSpPr/>
          <p:nvPr/>
        </p:nvCxnSpPr>
        <p:spPr>
          <a:xfrm>
            <a:off x="64690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1" name="Google Shape;391;p28"/>
          <p:cNvCxnSpPr/>
          <p:nvPr/>
        </p:nvCxnSpPr>
        <p:spPr>
          <a:xfrm>
            <a:off x="66357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2" name="Google Shape;392;p28"/>
          <p:cNvCxnSpPr/>
          <p:nvPr/>
        </p:nvCxnSpPr>
        <p:spPr>
          <a:xfrm>
            <a:off x="68040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3" name="Google Shape;393;p28"/>
          <p:cNvCxnSpPr/>
          <p:nvPr/>
        </p:nvCxnSpPr>
        <p:spPr>
          <a:xfrm>
            <a:off x="69723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4" name="Google Shape;394;p28"/>
          <p:cNvCxnSpPr/>
          <p:nvPr/>
        </p:nvCxnSpPr>
        <p:spPr>
          <a:xfrm>
            <a:off x="71405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5" name="Google Shape;395;p28"/>
          <p:cNvCxnSpPr/>
          <p:nvPr/>
        </p:nvCxnSpPr>
        <p:spPr>
          <a:xfrm>
            <a:off x="73088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96" name="Google Shape;396;p28"/>
          <p:cNvCxnSpPr/>
          <p:nvPr/>
        </p:nvCxnSpPr>
        <p:spPr>
          <a:xfrm>
            <a:off x="74771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397" name="Google Shape;397;p28"/>
          <p:cNvGrpSpPr/>
          <p:nvPr/>
        </p:nvGrpSpPr>
        <p:grpSpPr>
          <a:xfrm>
            <a:off x="5138737" y="5184775"/>
            <a:ext cx="823912" cy="441325"/>
            <a:chOff x="2936" y="2963"/>
            <a:chExt cx="471" cy="252"/>
          </a:xfrm>
        </p:grpSpPr>
        <p:sp>
          <p:nvSpPr>
            <p:cNvPr id="398" name="Google Shape;398;p28"/>
            <p:cNvSpPr/>
            <p:nvPr/>
          </p:nvSpPr>
          <p:spPr>
            <a:xfrm>
              <a:off x="2936" y="3038"/>
              <a:ext cx="107" cy="177"/>
            </a:xfrm>
            <a:custGeom>
              <a:avLst/>
              <a:gdLst/>
              <a:ahLst/>
              <a:cxnLst/>
              <a:rect l="l" t="t" r="r" b="b"/>
              <a:pathLst>
                <a:path w="477" h="786" extrusionOk="0">
                  <a:moveTo>
                    <a:pt x="7" y="0"/>
                  </a:moveTo>
                  <a:lnTo>
                    <a:pt x="168" y="0"/>
                  </a:lnTo>
                  <a:lnTo>
                    <a:pt x="174" y="10"/>
                  </a:lnTo>
                  <a:lnTo>
                    <a:pt x="174" y="55"/>
                  </a:lnTo>
                  <a:lnTo>
                    <a:pt x="168" y="66"/>
                  </a:lnTo>
                  <a:lnTo>
                    <a:pt x="136" y="66"/>
                  </a:lnTo>
                  <a:lnTo>
                    <a:pt x="136" y="188"/>
                  </a:lnTo>
                  <a:lnTo>
                    <a:pt x="168" y="188"/>
                  </a:lnTo>
                  <a:lnTo>
                    <a:pt x="174" y="198"/>
                  </a:lnTo>
                  <a:lnTo>
                    <a:pt x="174" y="388"/>
                  </a:lnTo>
                  <a:lnTo>
                    <a:pt x="210" y="388"/>
                  </a:lnTo>
                  <a:lnTo>
                    <a:pt x="217" y="397"/>
                  </a:lnTo>
                  <a:lnTo>
                    <a:pt x="217" y="578"/>
                  </a:lnTo>
                  <a:lnTo>
                    <a:pt x="254" y="578"/>
                  </a:lnTo>
                  <a:lnTo>
                    <a:pt x="254" y="529"/>
                  </a:lnTo>
                  <a:lnTo>
                    <a:pt x="260" y="520"/>
                  </a:lnTo>
                  <a:lnTo>
                    <a:pt x="297" y="520"/>
                  </a:lnTo>
                  <a:lnTo>
                    <a:pt x="297" y="330"/>
                  </a:lnTo>
                  <a:lnTo>
                    <a:pt x="304" y="320"/>
                  </a:lnTo>
                  <a:lnTo>
                    <a:pt x="340" y="320"/>
                  </a:lnTo>
                  <a:lnTo>
                    <a:pt x="340" y="66"/>
                  </a:lnTo>
                  <a:lnTo>
                    <a:pt x="304" y="66"/>
                  </a:lnTo>
                  <a:lnTo>
                    <a:pt x="297" y="55"/>
                  </a:lnTo>
                  <a:lnTo>
                    <a:pt x="297" y="10"/>
                  </a:lnTo>
                  <a:lnTo>
                    <a:pt x="304" y="0"/>
                  </a:lnTo>
                  <a:lnTo>
                    <a:pt x="469" y="0"/>
                  </a:lnTo>
                  <a:lnTo>
                    <a:pt x="476" y="10"/>
                  </a:lnTo>
                  <a:lnTo>
                    <a:pt x="476" y="55"/>
                  </a:lnTo>
                  <a:lnTo>
                    <a:pt x="469" y="66"/>
                  </a:lnTo>
                  <a:lnTo>
                    <a:pt x="432" y="66"/>
                  </a:lnTo>
                  <a:lnTo>
                    <a:pt x="432" y="124"/>
                  </a:lnTo>
                  <a:lnTo>
                    <a:pt x="426" y="132"/>
                  </a:lnTo>
                  <a:lnTo>
                    <a:pt x="389" y="132"/>
                  </a:lnTo>
                  <a:lnTo>
                    <a:pt x="389" y="320"/>
                  </a:lnTo>
                  <a:lnTo>
                    <a:pt x="382" y="330"/>
                  </a:lnTo>
                  <a:lnTo>
                    <a:pt x="346" y="330"/>
                  </a:lnTo>
                  <a:lnTo>
                    <a:pt x="346" y="520"/>
                  </a:lnTo>
                  <a:lnTo>
                    <a:pt x="340" y="529"/>
                  </a:lnTo>
                  <a:lnTo>
                    <a:pt x="304" y="529"/>
                  </a:lnTo>
                  <a:lnTo>
                    <a:pt x="304" y="710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60" y="774"/>
                  </a:lnTo>
                  <a:lnTo>
                    <a:pt x="254" y="785"/>
                  </a:lnTo>
                  <a:lnTo>
                    <a:pt x="217" y="785"/>
                  </a:lnTo>
                  <a:lnTo>
                    <a:pt x="210" y="774"/>
                  </a:lnTo>
                  <a:lnTo>
                    <a:pt x="210" y="719"/>
                  </a:lnTo>
                  <a:lnTo>
                    <a:pt x="174" y="719"/>
                  </a:lnTo>
                  <a:lnTo>
                    <a:pt x="168" y="710"/>
                  </a:lnTo>
                  <a:lnTo>
                    <a:pt x="168" y="587"/>
                  </a:lnTo>
                  <a:lnTo>
                    <a:pt x="136" y="587"/>
                  </a:lnTo>
                  <a:lnTo>
                    <a:pt x="130" y="578"/>
                  </a:lnTo>
                  <a:lnTo>
                    <a:pt x="130" y="397"/>
                  </a:lnTo>
                  <a:lnTo>
                    <a:pt x="94" y="397"/>
                  </a:lnTo>
                  <a:lnTo>
                    <a:pt x="87" y="388"/>
                  </a:lnTo>
                  <a:lnTo>
                    <a:pt x="87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7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99" name="Google Shape;399;p28"/>
            <p:cNvSpPr/>
            <p:nvPr/>
          </p:nvSpPr>
          <p:spPr>
            <a:xfrm>
              <a:off x="3067" y="3038"/>
              <a:ext cx="87" cy="177"/>
            </a:xfrm>
            <a:custGeom>
              <a:avLst/>
              <a:gdLst/>
              <a:ahLst/>
              <a:cxnLst/>
              <a:rect l="l" t="t" r="r" b="b"/>
              <a:pathLst>
                <a:path w="390" h="786" extrusionOk="0">
                  <a:moveTo>
                    <a:pt x="217" y="330"/>
                  </a:moveTo>
                  <a:lnTo>
                    <a:pt x="253" y="330"/>
                  </a:lnTo>
                  <a:lnTo>
                    <a:pt x="253" y="578"/>
                  </a:lnTo>
                  <a:lnTo>
                    <a:pt x="217" y="578"/>
                  </a:lnTo>
                  <a:lnTo>
                    <a:pt x="210" y="587"/>
                  </a:lnTo>
                  <a:lnTo>
                    <a:pt x="210" y="642"/>
                  </a:lnTo>
                  <a:lnTo>
                    <a:pt x="92" y="642"/>
                  </a:lnTo>
                  <a:lnTo>
                    <a:pt x="92" y="463"/>
                  </a:lnTo>
                  <a:lnTo>
                    <a:pt x="125" y="463"/>
                  </a:lnTo>
                  <a:lnTo>
                    <a:pt x="130" y="452"/>
                  </a:lnTo>
                  <a:lnTo>
                    <a:pt x="130" y="397"/>
                  </a:lnTo>
                  <a:lnTo>
                    <a:pt x="210" y="397"/>
                  </a:lnTo>
                  <a:lnTo>
                    <a:pt x="217" y="388"/>
                  </a:lnTo>
                  <a:lnTo>
                    <a:pt x="217" y="330"/>
                  </a:lnTo>
                  <a:close/>
                  <a:moveTo>
                    <a:pt x="92" y="0"/>
                  </a:moveTo>
                  <a:lnTo>
                    <a:pt x="297" y="0"/>
                  </a:lnTo>
                  <a:lnTo>
                    <a:pt x="302" y="10"/>
                  </a:lnTo>
                  <a:lnTo>
                    <a:pt x="302" y="55"/>
                  </a:lnTo>
                  <a:lnTo>
                    <a:pt x="339" y="55"/>
                  </a:lnTo>
                  <a:lnTo>
                    <a:pt x="346" y="66"/>
                  </a:lnTo>
                  <a:lnTo>
                    <a:pt x="346" y="710"/>
                  </a:lnTo>
                  <a:lnTo>
                    <a:pt x="382" y="710"/>
                  </a:lnTo>
                  <a:lnTo>
                    <a:pt x="389" y="719"/>
                  </a:lnTo>
                  <a:lnTo>
                    <a:pt x="389" y="774"/>
                  </a:lnTo>
                  <a:lnTo>
                    <a:pt x="382" y="785"/>
                  </a:lnTo>
                  <a:lnTo>
                    <a:pt x="302" y="785"/>
                  </a:lnTo>
                  <a:lnTo>
                    <a:pt x="297" y="774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53" y="710"/>
                  </a:lnTo>
                  <a:lnTo>
                    <a:pt x="253" y="653"/>
                  </a:lnTo>
                  <a:lnTo>
                    <a:pt x="217" y="653"/>
                  </a:lnTo>
                  <a:lnTo>
                    <a:pt x="217" y="710"/>
                  </a:lnTo>
                  <a:lnTo>
                    <a:pt x="210" y="719"/>
                  </a:lnTo>
                  <a:lnTo>
                    <a:pt x="173" y="719"/>
                  </a:lnTo>
                  <a:lnTo>
                    <a:pt x="173" y="774"/>
                  </a:lnTo>
                  <a:lnTo>
                    <a:pt x="167" y="785"/>
                  </a:lnTo>
                  <a:lnTo>
                    <a:pt x="50" y="785"/>
                  </a:lnTo>
                  <a:lnTo>
                    <a:pt x="43" y="774"/>
                  </a:lnTo>
                  <a:lnTo>
                    <a:pt x="43" y="719"/>
                  </a:lnTo>
                  <a:lnTo>
                    <a:pt x="7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7" y="452"/>
                  </a:lnTo>
                  <a:lnTo>
                    <a:pt x="43" y="452"/>
                  </a:lnTo>
                  <a:lnTo>
                    <a:pt x="43" y="397"/>
                  </a:lnTo>
                  <a:lnTo>
                    <a:pt x="50" y="388"/>
                  </a:lnTo>
                  <a:lnTo>
                    <a:pt x="87" y="388"/>
                  </a:lnTo>
                  <a:lnTo>
                    <a:pt x="87" y="330"/>
                  </a:lnTo>
                  <a:lnTo>
                    <a:pt x="92" y="320"/>
                  </a:lnTo>
                  <a:lnTo>
                    <a:pt x="167" y="320"/>
                  </a:lnTo>
                  <a:lnTo>
                    <a:pt x="167" y="264"/>
                  </a:lnTo>
                  <a:lnTo>
                    <a:pt x="173" y="256"/>
                  </a:lnTo>
                  <a:lnTo>
                    <a:pt x="253" y="256"/>
                  </a:lnTo>
                  <a:lnTo>
                    <a:pt x="253" y="132"/>
                  </a:lnTo>
                  <a:lnTo>
                    <a:pt x="217" y="132"/>
                  </a:lnTo>
                  <a:lnTo>
                    <a:pt x="210" y="124"/>
                  </a:lnTo>
                  <a:lnTo>
                    <a:pt x="210" y="66"/>
                  </a:lnTo>
                  <a:lnTo>
                    <a:pt x="130" y="66"/>
                  </a:lnTo>
                  <a:lnTo>
                    <a:pt x="130" y="188"/>
                  </a:lnTo>
                  <a:lnTo>
                    <a:pt x="125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50" y="55"/>
                  </a:lnTo>
                  <a:lnTo>
                    <a:pt x="87" y="55"/>
                  </a:lnTo>
                  <a:lnTo>
                    <a:pt x="87" y="1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3175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6" h="1117" extrusionOk="0">
                  <a:moveTo>
                    <a:pt x="7" y="0"/>
                  </a:moveTo>
                  <a:lnTo>
                    <a:pt x="131" y="0"/>
                  </a:lnTo>
                  <a:lnTo>
                    <a:pt x="137" y="9"/>
                  </a:lnTo>
                  <a:lnTo>
                    <a:pt x="137" y="1041"/>
                  </a:lnTo>
                  <a:lnTo>
                    <a:pt x="177" y="1041"/>
                  </a:lnTo>
                  <a:lnTo>
                    <a:pt x="185" y="1050"/>
                  </a:lnTo>
                  <a:lnTo>
                    <a:pt x="185" y="1105"/>
                  </a:lnTo>
                  <a:lnTo>
                    <a:pt x="177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6" y="1041"/>
                  </a:lnTo>
                  <a:lnTo>
                    <a:pt x="46" y="75"/>
                  </a:lnTo>
                  <a:lnTo>
                    <a:pt x="7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1" name="Google Shape;401;p28"/>
            <p:cNvSpPr/>
            <p:nvPr/>
          </p:nvSpPr>
          <p:spPr>
            <a:xfrm>
              <a:off x="3243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4" h="1117" extrusionOk="0">
                  <a:moveTo>
                    <a:pt x="6" y="331"/>
                  </a:moveTo>
                  <a:lnTo>
                    <a:pt x="130" y="331"/>
                  </a:lnTo>
                  <a:lnTo>
                    <a:pt x="136" y="341"/>
                  </a:lnTo>
                  <a:lnTo>
                    <a:pt x="136" y="1041"/>
                  </a:lnTo>
                  <a:lnTo>
                    <a:pt x="175" y="1041"/>
                  </a:lnTo>
                  <a:lnTo>
                    <a:pt x="183" y="1050"/>
                  </a:lnTo>
                  <a:lnTo>
                    <a:pt x="183" y="1105"/>
                  </a:lnTo>
                  <a:lnTo>
                    <a:pt x="175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5" y="1041"/>
                  </a:lnTo>
                  <a:lnTo>
                    <a:pt x="45" y="397"/>
                  </a:lnTo>
                  <a:lnTo>
                    <a:pt x="6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6" y="331"/>
                  </a:lnTo>
                  <a:close/>
                  <a:moveTo>
                    <a:pt x="52" y="0"/>
                  </a:moveTo>
                  <a:lnTo>
                    <a:pt x="130" y="0"/>
                  </a:lnTo>
                  <a:lnTo>
                    <a:pt x="136" y="9"/>
                  </a:lnTo>
                  <a:lnTo>
                    <a:pt x="136" y="132"/>
                  </a:lnTo>
                  <a:lnTo>
                    <a:pt x="130" y="141"/>
                  </a:lnTo>
                  <a:lnTo>
                    <a:pt x="52" y="141"/>
                  </a:lnTo>
                  <a:lnTo>
                    <a:pt x="45" y="132"/>
                  </a:lnTo>
                  <a:lnTo>
                    <a:pt x="45" y="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2" name="Google Shape;402;p28"/>
            <p:cNvSpPr/>
            <p:nvPr/>
          </p:nvSpPr>
          <p:spPr>
            <a:xfrm>
              <a:off x="3310" y="2963"/>
              <a:ext cx="97" cy="252"/>
            </a:xfrm>
            <a:custGeom>
              <a:avLst/>
              <a:gdLst/>
              <a:ahLst/>
              <a:cxnLst/>
              <a:rect l="l" t="t" r="r" b="b"/>
              <a:pathLst>
                <a:path w="431" h="1117" extrusionOk="0">
                  <a:moveTo>
                    <a:pt x="172" y="397"/>
                  </a:moveTo>
                  <a:lnTo>
                    <a:pt x="252" y="397"/>
                  </a:lnTo>
                  <a:lnTo>
                    <a:pt x="252" y="455"/>
                  </a:lnTo>
                  <a:lnTo>
                    <a:pt x="258" y="463"/>
                  </a:lnTo>
                  <a:lnTo>
                    <a:pt x="294" y="463"/>
                  </a:lnTo>
                  <a:lnTo>
                    <a:pt x="294" y="973"/>
                  </a:lnTo>
                  <a:lnTo>
                    <a:pt x="258" y="973"/>
                  </a:lnTo>
                  <a:lnTo>
                    <a:pt x="252" y="984"/>
                  </a:lnTo>
                  <a:lnTo>
                    <a:pt x="252" y="1041"/>
                  </a:lnTo>
                  <a:lnTo>
                    <a:pt x="172" y="1041"/>
                  </a:lnTo>
                  <a:lnTo>
                    <a:pt x="172" y="984"/>
                  </a:lnTo>
                  <a:lnTo>
                    <a:pt x="166" y="973"/>
                  </a:lnTo>
                  <a:lnTo>
                    <a:pt x="129" y="973"/>
                  </a:lnTo>
                  <a:lnTo>
                    <a:pt x="129" y="918"/>
                  </a:lnTo>
                  <a:lnTo>
                    <a:pt x="124" y="909"/>
                  </a:lnTo>
                  <a:lnTo>
                    <a:pt x="92" y="909"/>
                  </a:lnTo>
                  <a:lnTo>
                    <a:pt x="92" y="529"/>
                  </a:lnTo>
                  <a:lnTo>
                    <a:pt x="124" y="529"/>
                  </a:lnTo>
                  <a:lnTo>
                    <a:pt x="129" y="519"/>
                  </a:lnTo>
                  <a:lnTo>
                    <a:pt x="129" y="463"/>
                  </a:lnTo>
                  <a:lnTo>
                    <a:pt x="166" y="463"/>
                  </a:lnTo>
                  <a:lnTo>
                    <a:pt x="172" y="455"/>
                  </a:lnTo>
                  <a:lnTo>
                    <a:pt x="172" y="397"/>
                  </a:lnTo>
                  <a:close/>
                  <a:moveTo>
                    <a:pt x="258" y="0"/>
                  </a:moveTo>
                  <a:lnTo>
                    <a:pt x="380" y="0"/>
                  </a:lnTo>
                  <a:lnTo>
                    <a:pt x="387" y="9"/>
                  </a:lnTo>
                  <a:lnTo>
                    <a:pt x="387" y="1041"/>
                  </a:lnTo>
                  <a:lnTo>
                    <a:pt x="423" y="1041"/>
                  </a:lnTo>
                  <a:lnTo>
                    <a:pt x="430" y="1050"/>
                  </a:lnTo>
                  <a:lnTo>
                    <a:pt x="430" y="1105"/>
                  </a:lnTo>
                  <a:lnTo>
                    <a:pt x="423" y="1116"/>
                  </a:lnTo>
                  <a:lnTo>
                    <a:pt x="343" y="1116"/>
                  </a:lnTo>
                  <a:lnTo>
                    <a:pt x="336" y="1105"/>
                  </a:lnTo>
                  <a:lnTo>
                    <a:pt x="336" y="1050"/>
                  </a:lnTo>
                  <a:lnTo>
                    <a:pt x="300" y="1050"/>
                  </a:lnTo>
                  <a:lnTo>
                    <a:pt x="300" y="1105"/>
                  </a:lnTo>
                  <a:lnTo>
                    <a:pt x="294" y="1116"/>
                  </a:lnTo>
                  <a:lnTo>
                    <a:pt x="129" y="1116"/>
                  </a:lnTo>
                  <a:lnTo>
                    <a:pt x="124" y="1105"/>
                  </a:lnTo>
                  <a:lnTo>
                    <a:pt x="124" y="1050"/>
                  </a:lnTo>
                  <a:lnTo>
                    <a:pt x="49" y="1050"/>
                  </a:lnTo>
                  <a:lnTo>
                    <a:pt x="44" y="1041"/>
                  </a:lnTo>
                  <a:lnTo>
                    <a:pt x="44" y="918"/>
                  </a:lnTo>
                  <a:lnTo>
                    <a:pt x="7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7" y="519"/>
                  </a:lnTo>
                  <a:lnTo>
                    <a:pt x="44" y="519"/>
                  </a:lnTo>
                  <a:lnTo>
                    <a:pt x="44" y="397"/>
                  </a:lnTo>
                  <a:lnTo>
                    <a:pt x="49" y="386"/>
                  </a:lnTo>
                  <a:lnTo>
                    <a:pt x="124" y="386"/>
                  </a:lnTo>
                  <a:lnTo>
                    <a:pt x="124" y="341"/>
                  </a:lnTo>
                  <a:lnTo>
                    <a:pt x="129" y="331"/>
                  </a:lnTo>
                  <a:lnTo>
                    <a:pt x="252" y="331"/>
                  </a:lnTo>
                  <a:lnTo>
                    <a:pt x="258" y="341"/>
                  </a:lnTo>
                  <a:lnTo>
                    <a:pt x="258" y="386"/>
                  </a:lnTo>
                  <a:lnTo>
                    <a:pt x="294" y="386"/>
                  </a:lnTo>
                  <a:lnTo>
                    <a:pt x="294" y="75"/>
                  </a:lnTo>
                  <a:lnTo>
                    <a:pt x="258" y="75"/>
                  </a:lnTo>
                  <a:lnTo>
                    <a:pt x="252" y="64"/>
                  </a:lnTo>
                  <a:lnTo>
                    <a:pt x="252" y="9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03" name="Google Shape;403;p28"/>
          <p:cNvGrpSpPr/>
          <p:nvPr/>
        </p:nvGrpSpPr>
        <p:grpSpPr>
          <a:xfrm>
            <a:off x="1679575" y="5521325"/>
            <a:ext cx="1092363" cy="443076"/>
            <a:chOff x="960" y="3155"/>
            <a:chExt cx="624" cy="253"/>
          </a:xfrm>
        </p:grpSpPr>
        <p:sp>
          <p:nvSpPr>
            <p:cNvPr id="404" name="Google Shape;404;p28"/>
            <p:cNvSpPr/>
            <p:nvPr/>
          </p:nvSpPr>
          <p:spPr>
            <a:xfrm>
              <a:off x="960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5" name="Google Shape;405;p28"/>
            <p:cNvSpPr/>
            <p:nvPr/>
          </p:nvSpPr>
          <p:spPr>
            <a:xfrm>
              <a:off x="1035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1141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7" name="Google Shape;407;p28"/>
            <p:cNvSpPr/>
            <p:nvPr/>
          </p:nvSpPr>
          <p:spPr>
            <a:xfrm>
              <a:off x="1264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8" name="Google Shape;408;p28"/>
            <p:cNvSpPr/>
            <p:nvPr/>
          </p:nvSpPr>
          <p:spPr>
            <a:xfrm>
              <a:off x="136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09" name="Google Shape;409;p28"/>
            <p:cNvSpPr/>
            <p:nvPr/>
          </p:nvSpPr>
          <p:spPr>
            <a:xfrm>
              <a:off x="1429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0" name="Google Shape;410;p28"/>
            <p:cNvSpPr/>
            <p:nvPr/>
          </p:nvSpPr>
          <p:spPr>
            <a:xfrm>
              <a:off x="1493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11" name="Google Shape;411;p28"/>
          <p:cNvGrpSpPr/>
          <p:nvPr/>
        </p:nvGrpSpPr>
        <p:grpSpPr>
          <a:xfrm>
            <a:off x="7643812" y="5521325"/>
            <a:ext cx="1092363" cy="443076"/>
            <a:chOff x="4368" y="3155"/>
            <a:chExt cx="624" cy="253"/>
          </a:xfrm>
        </p:grpSpPr>
        <p:sp>
          <p:nvSpPr>
            <p:cNvPr id="412" name="Google Shape;412;p28"/>
            <p:cNvSpPr/>
            <p:nvPr/>
          </p:nvSpPr>
          <p:spPr>
            <a:xfrm>
              <a:off x="4368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p28"/>
            <p:cNvSpPr/>
            <p:nvPr/>
          </p:nvSpPr>
          <p:spPr>
            <a:xfrm>
              <a:off x="4444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1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4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6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1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1" y="782"/>
                  </a:lnTo>
                  <a:lnTo>
                    <a:pt x="295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5" y="707"/>
                  </a:lnTo>
                  <a:lnTo>
                    <a:pt x="331" y="707"/>
                  </a:lnTo>
                  <a:lnTo>
                    <a:pt x="331" y="196"/>
                  </a:lnTo>
                  <a:lnTo>
                    <a:pt x="295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4549" y="3231"/>
              <a:ext cx="100" cy="177"/>
            </a:xfrm>
            <a:custGeom>
              <a:avLst/>
              <a:gdLst/>
              <a:ahLst/>
              <a:cxnLst/>
              <a:rect l="l" t="t" r="r" b="b"/>
              <a:pathLst>
                <a:path w="447" h="783" extrusionOk="0">
                  <a:moveTo>
                    <a:pt x="5" y="0"/>
                  </a:moveTo>
                  <a:lnTo>
                    <a:pt x="157" y="0"/>
                  </a:lnTo>
                  <a:lnTo>
                    <a:pt x="162" y="8"/>
                  </a:lnTo>
                  <a:lnTo>
                    <a:pt x="162" y="55"/>
                  </a:lnTo>
                  <a:lnTo>
                    <a:pt x="157" y="64"/>
                  </a:lnTo>
                  <a:lnTo>
                    <a:pt x="126" y="64"/>
                  </a:lnTo>
                  <a:lnTo>
                    <a:pt x="126" y="187"/>
                  </a:lnTo>
                  <a:lnTo>
                    <a:pt x="157" y="187"/>
                  </a:lnTo>
                  <a:lnTo>
                    <a:pt x="162" y="196"/>
                  </a:lnTo>
                  <a:lnTo>
                    <a:pt x="162" y="385"/>
                  </a:lnTo>
                  <a:lnTo>
                    <a:pt x="197" y="385"/>
                  </a:lnTo>
                  <a:lnTo>
                    <a:pt x="202" y="396"/>
                  </a:lnTo>
                  <a:lnTo>
                    <a:pt x="202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3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3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3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3" y="0"/>
                  </a:lnTo>
                  <a:lnTo>
                    <a:pt x="439" y="0"/>
                  </a:lnTo>
                  <a:lnTo>
                    <a:pt x="446" y="8"/>
                  </a:lnTo>
                  <a:lnTo>
                    <a:pt x="446" y="55"/>
                  </a:lnTo>
                  <a:lnTo>
                    <a:pt x="439" y="64"/>
                  </a:lnTo>
                  <a:lnTo>
                    <a:pt x="405" y="64"/>
                  </a:lnTo>
                  <a:lnTo>
                    <a:pt x="405" y="121"/>
                  </a:lnTo>
                  <a:lnTo>
                    <a:pt x="399" y="132"/>
                  </a:lnTo>
                  <a:lnTo>
                    <a:pt x="364" y="132"/>
                  </a:lnTo>
                  <a:lnTo>
                    <a:pt x="364" y="319"/>
                  </a:lnTo>
                  <a:lnTo>
                    <a:pt x="358" y="328"/>
                  </a:lnTo>
                  <a:lnTo>
                    <a:pt x="324" y="328"/>
                  </a:lnTo>
                  <a:lnTo>
                    <a:pt x="324" y="518"/>
                  </a:lnTo>
                  <a:lnTo>
                    <a:pt x="319" y="528"/>
                  </a:lnTo>
                  <a:lnTo>
                    <a:pt x="283" y="528"/>
                  </a:lnTo>
                  <a:lnTo>
                    <a:pt x="283" y="707"/>
                  </a:lnTo>
                  <a:lnTo>
                    <a:pt x="278" y="718"/>
                  </a:lnTo>
                  <a:lnTo>
                    <a:pt x="243" y="718"/>
                  </a:lnTo>
                  <a:lnTo>
                    <a:pt x="243" y="773"/>
                  </a:lnTo>
                  <a:lnTo>
                    <a:pt x="238" y="782"/>
                  </a:lnTo>
                  <a:lnTo>
                    <a:pt x="202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2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6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6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5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5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5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5" name="Google Shape;415;p28"/>
            <p:cNvSpPr/>
            <p:nvPr/>
          </p:nvSpPr>
          <p:spPr>
            <a:xfrm>
              <a:off x="4672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7" h="783" extrusionOk="0">
                  <a:moveTo>
                    <a:pt x="204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4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7" y="641"/>
                  </a:lnTo>
                  <a:lnTo>
                    <a:pt x="87" y="460"/>
                  </a:lnTo>
                  <a:lnTo>
                    <a:pt x="117" y="460"/>
                  </a:lnTo>
                  <a:lnTo>
                    <a:pt x="123" y="452"/>
                  </a:lnTo>
                  <a:lnTo>
                    <a:pt x="123" y="396"/>
                  </a:lnTo>
                  <a:lnTo>
                    <a:pt x="198" y="396"/>
                  </a:lnTo>
                  <a:lnTo>
                    <a:pt x="204" y="385"/>
                  </a:lnTo>
                  <a:lnTo>
                    <a:pt x="204" y="328"/>
                  </a:lnTo>
                  <a:close/>
                  <a:moveTo>
                    <a:pt x="87" y="0"/>
                  </a:moveTo>
                  <a:lnTo>
                    <a:pt x="279" y="0"/>
                  </a:lnTo>
                  <a:lnTo>
                    <a:pt x="285" y="8"/>
                  </a:lnTo>
                  <a:lnTo>
                    <a:pt x="285" y="55"/>
                  </a:lnTo>
                  <a:lnTo>
                    <a:pt x="319" y="55"/>
                  </a:lnTo>
                  <a:lnTo>
                    <a:pt x="326" y="64"/>
                  </a:lnTo>
                  <a:lnTo>
                    <a:pt x="326" y="707"/>
                  </a:lnTo>
                  <a:lnTo>
                    <a:pt x="360" y="707"/>
                  </a:lnTo>
                  <a:lnTo>
                    <a:pt x="366" y="718"/>
                  </a:lnTo>
                  <a:lnTo>
                    <a:pt x="366" y="773"/>
                  </a:lnTo>
                  <a:lnTo>
                    <a:pt x="360" y="782"/>
                  </a:lnTo>
                  <a:lnTo>
                    <a:pt x="285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4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4" y="650"/>
                  </a:lnTo>
                  <a:lnTo>
                    <a:pt x="204" y="707"/>
                  </a:lnTo>
                  <a:lnTo>
                    <a:pt x="198" y="718"/>
                  </a:lnTo>
                  <a:lnTo>
                    <a:pt x="163" y="718"/>
                  </a:lnTo>
                  <a:lnTo>
                    <a:pt x="163" y="773"/>
                  </a:lnTo>
                  <a:lnTo>
                    <a:pt x="157" y="782"/>
                  </a:lnTo>
                  <a:lnTo>
                    <a:pt x="47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6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6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7" y="385"/>
                  </a:lnTo>
                  <a:lnTo>
                    <a:pt x="81" y="385"/>
                  </a:lnTo>
                  <a:lnTo>
                    <a:pt x="81" y="328"/>
                  </a:lnTo>
                  <a:lnTo>
                    <a:pt x="87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3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4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3" y="64"/>
                  </a:lnTo>
                  <a:lnTo>
                    <a:pt x="123" y="187"/>
                  </a:lnTo>
                  <a:lnTo>
                    <a:pt x="117" y="196"/>
                  </a:lnTo>
                  <a:lnTo>
                    <a:pt x="47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7" y="55"/>
                  </a:lnTo>
                  <a:lnTo>
                    <a:pt x="81" y="55"/>
                  </a:lnTo>
                  <a:lnTo>
                    <a:pt x="81" y="8"/>
                  </a:lnTo>
                  <a:lnTo>
                    <a:pt x="87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6" name="Google Shape;416;p28"/>
            <p:cNvSpPr/>
            <p:nvPr/>
          </p:nvSpPr>
          <p:spPr>
            <a:xfrm>
              <a:off x="4773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7" name="Google Shape;417;p28"/>
            <p:cNvSpPr/>
            <p:nvPr/>
          </p:nvSpPr>
          <p:spPr>
            <a:xfrm>
              <a:off x="4837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30" y="341"/>
                  </a:lnTo>
                  <a:lnTo>
                    <a:pt x="130" y="1040"/>
                  </a:lnTo>
                  <a:lnTo>
                    <a:pt x="166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6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50" y="0"/>
                  </a:moveTo>
                  <a:lnTo>
                    <a:pt x="123" y="0"/>
                  </a:lnTo>
                  <a:lnTo>
                    <a:pt x="130" y="11"/>
                  </a:lnTo>
                  <a:lnTo>
                    <a:pt x="130" y="132"/>
                  </a:lnTo>
                  <a:lnTo>
                    <a:pt x="123" y="143"/>
                  </a:lnTo>
                  <a:lnTo>
                    <a:pt x="50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8" name="Google Shape;418;p28"/>
            <p:cNvSpPr/>
            <p:nvPr/>
          </p:nvSpPr>
          <p:spPr>
            <a:xfrm>
              <a:off x="4901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2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2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5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5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2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3" y="1051"/>
                  </a:lnTo>
                  <a:lnTo>
                    <a:pt x="283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5" y="1106"/>
                  </a:lnTo>
                  <a:lnTo>
                    <a:pt x="115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7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7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5" y="388"/>
                  </a:lnTo>
                  <a:lnTo>
                    <a:pt x="115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2" y="341"/>
                  </a:lnTo>
                  <a:lnTo>
                    <a:pt x="242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2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2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Boundary Value Analysis</a:t>
            </a:r>
            <a:endParaRPr/>
          </a:p>
        </p:txBody>
      </p:sp>
      <p:sp>
        <p:nvSpPr>
          <p:cNvPr id="425" name="Google Shape;425;p29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54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 typical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programming errors occur: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At boundaries of equivalence classes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Might be purely due to psychological factors. 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Programmers often fail to see: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Special processing required at the boundaries of equivalence classes.</a:t>
            </a:r>
            <a:r>
              <a:rPr lang="en-US" sz="36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Boundary Value Analysis</a:t>
            </a:r>
            <a:endParaRPr/>
          </a:p>
        </p:txBody>
      </p:sp>
      <p:sp>
        <p:nvSpPr>
          <p:cNvPr id="432" name="Google Shape;432;p3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Programmers may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improperly 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&lt; instead of &lt;=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Boundary value analysis: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Select test cases at the boundaries of different equivalence classes</a:t>
            </a:r>
            <a:r>
              <a:rPr lang="en-US" sz="40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 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439" name="Google Shape;439;p31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a function that computes the square root of an integer in the range of 1 and 5000: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must include the values: {0,1,5000,5001}.</a:t>
            </a:r>
            <a:endParaRPr/>
          </a:p>
        </p:txBody>
      </p:sp>
      <p:cxnSp>
        <p:nvCxnSpPr>
          <p:cNvPr id="440" name="Google Shape;440;p31"/>
          <p:cNvCxnSpPr/>
          <p:nvPr/>
        </p:nvCxnSpPr>
        <p:spPr>
          <a:xfrm>
            <a:off x="2940050" y="5711825"/>
            <a:ext cx="4621212" cy="0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41" name="Google Shape;441;p31"/>
          <p:cNvSpPr txBox="1"/>
          <p:nvPr/>
        </p:nvSpPr>
        <p:spPr>
          <a:xfrm>
            <a:off x="2771775" y="5207000"/>
            <a:ext cx="1006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"/>
              <a:buNone/>
            </a:pPr>
            <a:r>
              <a:rPr lang="en-US" sz="31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endParaRPr/>
          </a:p>
        </p:txBody>
      </p:sp>
      <p:sp>
        <p:nvSpPr>
          <p:cNvPr id="442" name="Google Shape;442;p31"/>
          <p:cNvSpPr txBox="1"/>
          <p:nvPr/>
        </p:nvSpPr>
        <p:spPr>
          <a:xfrm>
            <a:off x="6972300" y="5138737"/>
            <a:ext cx="1006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Times"/>
              <a:buNone/>
            </a:pPr>
            <a:r>
              <a:rPr lang="en-US" sz="31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5000</a:t>
            </a:r>
            <a:endParaRPr/>
          </a:p>
        </p:txBody>
      </p:sp>
      <p:cxnSp>
        <p:nvCxnSpPr>
          <p:cNvPr id="443" name="Google Shape;443;p31"/>
          <p:cNvCxnSpPr/>
          <p:nvPr/>
        </p:nvCxnSpPr>
        <p:spPr>
          <a:xfrm>
            <a:off x="31083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4" name="Google Shape;444;p31"/>
          <p:cNvCxnSpPr/>
          <p:nvPr/>
        </p:nvCxnSpPr>
        <p:spPr>
          <a:xfrm>
            <a:off x="32766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5" name="Google Shape;445;p31"/>
          <p:cNvCxnSpPr/>
          <p:nvPr/>
        </p:nvCxnSpPr>
        <p:spPr>
          <a:xfrm>
            <a:off x="34448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6" name="Google Shape;446;p31"/>
          <p:cNvCxnSpPr/>
          <p:nvPr/>
        </p:nvCxnSpPr>
        <p:spPr>
          <a:xfrm>
            <a:off x="36115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7" name="Google Shape;447;p31"/>
          <p:cNvCxnSpPr/>
          <p:nvPr/>
        </p:nvCxnSpPr>
        <p:spPr>
          <a:xfrm>
            <a:off x="37798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8" name="Google Shape;448;p31"/>
          <p:cNvCxnSpPr/>
          <p:nvPr/>
        </p:nvCxnSpPr>
        <p:spPr>
          <a:xfrm>
            <a:off x="394811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9" name="Google Shape;449;p31"/>
          <p:cNvCxnSpPr/>
          <p:nvPr/>
        </p:nvCxnSpPr>
        <p:spPr>
          <a:xfrm>
            <a:off x="41163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0" name="Google Shape;450;p31"/>
          <p:cNvCxnSpPr/>
          <p:nvPr/>
        </p:nvCxnSpPr>
        <p:spPr>
          <a:xfrm>
            <a:off x="42846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1" name="Google Shape;451;p31"/>
          <p:cNvCxnSpPr/>
          <p:nvPr/>
        </p:nvCxnSpPr>
        <p:spPr>
          <a:xfrm>
            <a:off x="44529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2" name="Google Shape;452;p31"/>
          <p:cNvCxnSpPr/>
          <p:nvPr/>
        </p:nvCxnSpPr>
        <p:spPr>
          <a:xfrm>
            <a:off x="46196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3" name="Google Shape;453;p31"/>
          <p:cNvCxnSpPr/>
          <p:nvPr/>
        </p:nvCxnSpPr>
        <p:spPr>
          <a:xfrm>
            <a:off x="47879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4" name="Google Shape;454;p31"/>
          <p:cNvCxnSpPr/>
          <p:nvPr/>
        </p:nvCxnSpPr>
        <p:spPr>
          <a:xfrm>
            <a:off x="49561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5" name="Google Shape;455;p31"/>
          <p:cNvCxnSpPr/>
          <p:nvPr/>
        </p:nvCxnSpPr>
        <p:spPr>
          <a:xfrm>
            <a:off x="51244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6" name="Google Shape;456;p31"/>
          <p:cNvCxnSpPr/>
          <p:nvPr/>
        </p:nvCxnSpPr>
        <p:spPr>
          <a:xfrm>
            <a:off x="52927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7" name="Google Shape;457;p31"/>
          <p:cNvCxnSpPr/>
          <p:nvPr/>
        </p:nvCxnSpPr>
        <p:spPr>
          <a:xfrm>
            <a:off x="54610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8" name="Google Shape;458;p31"/>
          <p:cNvCxnSpPr/>
          <p:nvPr/>
        </p:nvCxnSpPr>
        <p:spPr>
          <a:xfrm>
            <a:off x="56276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9" name="Google Shape;459;p31"/>
          <p:cNvCxnSpPr/>
          <p:nvPr/>
        </p:nvCxnSpPr>
        <p:spPr>
          <a:xfrm>
            <a:off x="57959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0" name="Google Shape;460;p31"/>
          <p:cNvCxnSpPr/>
          <p:nvPr/>
        </p:nvCxnSpPr>
        <p:spPr>
          <a:xfrm>
            <a:off x="596423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1" name="Google Shape;461;p31"/>
          <p:cNvCxnSpPr/>
          <p:nvPr/>
        </p:nvCxnSpPr>
        <p:spPr>
          <a:xfrm>
            <a:off x="613251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2" name="Google Shape;462;p31"/>
          <p:cNvCxnSpPr/>
          <p:nvPr/>
        </p:nvCxnSpPr>
        <p:spPr>
          <a:xfrm>
            <a:off x="6300787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3" name="Google Shape;463;p31"/>
          <p:cNvCxnSpPr/>
          <p:nvPr/>
        </p:nvCxnSpPr>
        <p:spPr>
          <a:xfrm>
            <a:off x="6469062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4" name="Google Shape;464;p31"/>
          <p:cNvCxnSpPr/>
          <p:nvPr/>
        </p:nvCxnSpPr>
        <p:spPr>
          <a:xfrm>
            <a:off x="66357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5" name="Google Shape;465;p31"/>
          <p:cNvCxnSpPr/>
          <p:nvPr/>
        </p:nvCxnSpPr>
        <p:spPr>
          <a:xfrm>
            <a:off x="68040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6" name="Google Shape;466;p31"/>
          <p:cNvCxnSpPr/>
          <p:nvPr/>
        </p:nvCxnSpPr>
        <p:spPr>
          <a:xfrm>
            <a:off x="697230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7" name="Google Shape;467;p31"/>
          <p:cNvCxnSpPr/>
          <p:nvPr/>
        </p:nvCxnSpPr>
        <p:spPr>
          <a:xfrm>
            <a:off x="714057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8" name="Google Shape;468;p31"/>
          <p:cNvCxnSpPr/>
          <p:nvPr/>
        </p:nvCxnSpPr>
        <p:spPr>
          <a:xfrm>
            <a:off x="7308850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9" name="Google Shape;469;p31"/>
          <p:cNvCxnSpPr/>
          <p:nvPr/>
        </p:nvCxnSpPr>
        <p:spPr>
          <a:xfrm>
            <a:off x="7477125" y="5627687"/>
            <a:ext cx="0" cy="168275"/>
          </a:xfrm>
          <a:prstGeom prst="straightConnector1">
            <a:avLst/>
          </a:prstGeom>
          <a:noFill/>
          <a:ln w="38150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470" name="Google Shape;470;p31"/>
          <p:cNvGrpSpPr/>
          <p:nvPr/>
        </p:nvGrpSpPr>
        <p:grpSpPr>
          <a:xfrm>
            <a:off x="4633912" y="5184775"/>
            <a:ext cx="823912" cy="441325"/>
            <a:chOff x="2648" y="2963"/>
            <a:chExt cx="471" cy="252"/>
          </a:xfrm>
        </p:grpSpPr>
        <p:sp>
          <p:nvSpPr>
            <p:cNvPr id="471" name="Google Shape;471;p31"/>
            <p:cNvSpPr/>
            <p:nvPr/>
          </p:nvSpPr>
          <p:spPr>
            <a:xfrm>
              <a:off x="2648" y="3038"/>
              <a:ext cx="107" cy="177"/>
            </a:xfrm>
            <a:custGeom>
              <a:avLst/>
              <a:gdLst/>
              <a:ahLst/>
              <a:cxnLst/>
              <a:rect l="l" t="t" r="r" b="b"/>
              <a:pathLst>
                <a:path w="477" h="786" extrusionOk="0">
                  <a:moveTo>
                    <a:pt x="7" y="0"/>
                  </a:moveTo>
                  <a:lnTo>
                    <a:pt x="168" y="0"/>
                  </a:lnTo>
                  <a:lnTo>
                    <a:pt x="174" y="10"/>
                  </a:lnTo>
                  <a:lnTo>
                    <a:pt x="174" y="55"/>
                  </a:lnTo>
                  <a:lnTo>
                    <a:pt x="168" y="66"/>
                  </a:lnTo>
                  <a:lnTo>
                    <a:pt x="136" y="66"/>
                  </a:lnTo>
                  <a:lnTo>
                    <a:pt x="136" y="188"/>
                  </a:lnTo>
                  <a:lnTo>
                    <a:pt x="168" y="188"/>
                  </a:lnTo>
                  <a:lnTo>
                    <a:pt x="174" y="198"/>
                  </a:lnTo>
                  <a:lnTo>
                    <a:pt x="174" y="388"/>
                  </a:lnTo>
                  <a:lnTo>
                    <a:pt x="210" y="388"/>
                  </a:lnTo>
                  <a:lnTo>
                    <a:pt x="217" y="397"/>
                  </a:lnTo>
                  <a:lnTo>
                    <a:pt x="217" y="578"/>
                  </a:lnTo>
                  <a:lnTo>
                    <a:pt x="254" y="578"/>
                  </a:lnTo>
                  <a:lnTo>
                    <a:pt x="254" y="529"/>
                  </a:lnTo>
                  <a:lnTo>
                    <a:pt x="260" y="520"/>
                  </a:lnTo>
                  <a:lnTo>
                    <a:pt x="297" y="520"/>
                  </a:lnTo>
                  <a:lnTo>
                    <a:pt x="297" y="330"/>
                  </a:lnTo>
                  <a:lnTo>
                    <a:pt x="304" y="320"/>
                  </a:lnTo>
                  <a:lnTo>
                    <a:pt x="340" y="320"/>
                  </a:lnTo>
                  <a:lnTo>
                    <a:pt x="340" y="66"/>
                  </a:lnTo>
                  <a:lnTo>
                    <a:pt x="304" y="66"/>
                  </a:lnTo>
                  <a:lnTo>
                    <a:pt x="297" y="55"/>
                  </a:lnTo>
                  <a:lnTo>
                    <a:pt x="297" y="10"/>
                  </a:lnTo>
                  <a:lnTo>
                    <a:pt x="304" y="0"/>
                  </a:lnTo>
                  <a:lnTo>
                    <a:pt x="469" y="0"/>
                  </a:lnTo>
                  <a:lnTo>
                    <a:pt x="476" y="10"/>
                  </a:lnTo>
                  <a:lnTo>
                    <a:pt x="476" y="55"/>
                  </a:lnTo>
                  <a:lnTo>
                    <a:pt x="469" y="66"/>
                  </a:lnTo>
                  <a:lnTo>
                    <a:pt x="432" y="66"/>
                  </a:lnTo>
                  <a:lnTo>
                    <a:pt x="432" y="124"/>
                  </a:lnTo>
                  <a:lnTo>
                    <a:pt x="426" y="132"/>
                  </a:lnTo>
                  <a:lnTo>
                    <a:pt x="389" y="132"/>
                  </a:lnTo>
                  <a:lnTo>
                    <a:pt x="389" y="320"/>
                  </a:lnTo>
                  <a:lnTo>
                    <a:pt x="382" y="330"/>
                  </a:lnTo>
                  <a:lnTo>
                    <a:pt x="346" y="330"/>
                  </a:lnTo>
                  <a:lnTo>
                    <a:pt x="346" y="520"/>
                  </a:lnTo>
                  <a:lnTo>
                    <a:pt x="340" y="529"/>
                  </a:lnTo>
                  <a:lnTo>
                    <a:pt x="304" y="529"/>
                  </a:lnTo>
                  <a:lnTo>
                    <a:pt x="304" y="710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60" y="774"/>
                  </a:lnTo>
                  <a:lnTo>
                    <a:pt x="254" y="785"/>
                  </a:lnTo>
                  <a:lnTo>
                    <a:pt x="217" y="785"/>
                  </a:lnTo>
                  <a:lnTo>
                    <a:pt x="210" y="774"/>
                  </a:lnTo>
                  <a:lnTo>
                    <a:pt x="210" y="719"/>
                  </a:lnTo>
                  <a:lnTo>
                    <a:pt x="174" y="719"/>
                  </a:lnTo>
                  <a:lnTo>
                    <a:pt x="168" y="710"/>
                  </a:lnTo>
                  <a:lnTo>
                    <a:pt x="168" y="587"/>
                  </a:lnTo>
                  <a:lnTo>
                    <a:pt x="136" y="587"/>
                  </a:lnTo>
                  <a:lnTo>
                    <a:pt x="130" y="578"/>
                  </a:lnTo>
                  <a:lnTo>
                    <a:pt x="130" y="397"/>
                  </a:lnTo>
                  <a:lnTo>
                    <a:pt x="94" y="397"/>
                  </a:lnTo>
                  <a:lnTo>
                    <a:pt x="87" y="388"/>
                  </a:lnTo>
                  <a:lnTo>
                    <a:pt x="87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7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2" name="Google Shape;472;p31"/>
            <p:cNvSpPr/>
            <p:nvPr/>
          </p:nvSpPr>
          <p:spPr>
            <a:xfrm>
              <a:off x="2779" y="3038"/>
              <a:ext cx="87" cy="177"/>
            </a:xfrm>
            <a:custGeom>
              <a:avLst/>
              <a:gdLst/>
              <a:ahLst/>
              <a:cxnLst/>
              <a:rect l="l" t="t" r="r" b="b"/>
              <a:pathLst>
                <a:path w="390" h="786" extrusionOk="0">
                  <a:moveTo>
                    <a:pt x="217" y="330"/>
                  </a:moveTo>
                  <a:lnTo>
                    <a:pt x="253" y="330"/>
                  </a:lnTo>
                  <a:lnTo>
                    <a:pt x="253" y="578"/>
                  </a:lnTo>
                  <a:lnTo>
                    <a:pt x="217" y="578"/>
                  </a:lnTo>
                  <a:lnTo>
                    <a:pt x="210" y="587"/>
                  </a:lnTo>
                  <a:lnTo>
                    <a:pt x="210" y="642"/>
                  </a:lnTo>
                  <a:lnTo>
                    <a:pt x="92" y="642"/>
                  </a:lnTo>
                  <a:lnTo>
                    <a:pt x="92" y="463"/>
                  </a:lnTo>
                  <a:lnTo>
                    <a:pt x="125" y="463"/>
                  </a:lnTo>
                  <a:lnTo>
                    <a:pt x="130" y="452"/>
                  </a:lnTo>
                  <a:lnTo>
                    <a:pt x="130" y="397"/>
                  </a:lnTo>
                  <a:lnTo>
                    <a:pt x="210" y="397"/>
                  </a:lnTo>
                  <a:lnTo>
                    <a:pt x="217" y="388"/>
                  </a:lnTo>
                  <a:lnTo>
                    <a:pt x="217" y="330"/>
                  </a:lnTo>
                  <a:close/>
                  <a:moveTo>
                    <a:pt x="92" y="0"/>
                  </a:moveTo>
                  <a:lnTo>
                    <a:pt x="297" y="0"/>
                  </a:lnTo>
                  <a:lnTo>
                    <a:pt x="302" y="10"/>
                  </a:lnTo>
                  <a:lnTo>
                    <a:pt x="302" y="55"/>
                  </a:lnTo>
                  <a:lnTo>
                    <a:pt x="339" y="55"/>
                  </a:lnTo>
                  <a:lnTo>
                    <a:pt x="346" y="66"/>
                  </a:lnTo>
                  <a:lnTo>
                    <a:pt x="346" y="710"/>
                  </a:lnTo>
                  <a:lnTo>
                    <a:pt x="382" y="710"/>
                  </a:lnTo>
                  <a:lnTo>
                    <a:pt x="389" y="719"/>
                  </a:lnTo>
                  <a:lnTo>
                    <a:pt x="389" y="774"/>
                  </a:lnTo>
                  <a:lnTo>
                    <a:pt x="382" y="785"/>
                  </a:lnTo>
                  <a:lnTo>
                    <a:pt x="302" y="785"/>
                  </a:lnTo>
                  <a:lnTo>
                    <a:pt x="297" y="774"/>
                  </a:lnTo>
                  <a:lnTo>
                    <a:pt x="297" y="719"/>
                  </a:lnTo>
                  <a:lnTo>
                    <a:pt x="260" y="719"/>
                  </a:lnTo>
                  <a:lnTo>
                    <a:pt x="253" y="710"/>
                  </a:lnTo>
                  <a:lnTo>
                    <a:pt x="253" y="653"/>
                  </a:lnTo>
                  <a:lnTo>
                    <a:pt x="217" y="653"/>
                  </a:lnTo>
                  <a:lnTo>
                    <a:pt x="217" y="710"/>
                  </a:lnTo>
                  <a:lnTo>
                    <a:pt x="210" y="719"/>
                  </a:lnTo>
                  <a:lnTo>
                    <a:pt x="173" y="719"/>
                  </a:lnTo>
                  <a:lnTo>
                    <a:pt x="173" y="774"/>
                  </a:lnTo>
                  <a:lnTo>
                    <a:pt x="167" y="785"/>
                  </a:lnTo>
                  <a:lnTo>
                    <a:pt x="50" y="785"/>
                  </a:lnTo>
                  <a:lnTo>
                    <a:pt x="43" y="774"/>
                  </a:lnTo>
                  <a:lnTo>
                    <a:pt x="43" y="719"/>
                  </a:lnTo>
                  <a:lnTo>
                    <a:pt x="7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7" y="452"/>
                  </a:lnTo>
                  <a:lnTo>
                    <a:pt x="43" y="452"/>
                  </a:lnTo>
                  <a:lnTo>
                    <a:pt x="43" y="397"/>
                  </a:lnTo>
                  <a:lnTo>
                    <a:pt x="50" y="388"/>
                  </a:lnTo>
                  <a:lnTo>
                    <a:pt x="87" y="388"/>
                  </a:lnTo>
                  <a:lnTo>
                    <a:pt x="87" y="330"/>
                  </a:lnTo>
                  <a:lnTo>
                    <a:pt x="92" y="320"/>
                  </a:lnTo>
                  <a:lnTo>
                    <a:pt x="167" y="320"/>
                  </a:lnTo>
                  <a:lnTo>
                    <a:pt x="167" y="264"/>
                  </a:lnTo>
                  <a:lnTo>
                    <a:pt x="173" y="256"/>
                  </a:lnTo>
                  <a:lnTo>
                    <a:pt x="253" y="256"/>
                  </a:lnTo>
                  <a:lnTo>
                    <a:pt x="253" y="132"/>
                  </a:lnTo>
                  <a:lnTo>
                    <a:pt x="217" y="132"/>
                  </a:lnTo>
                  <a:lnTo>
                    <a:pt x="210" y="124"/>
                  </a:lnTo>
                  <a:lnTo>
                    <a:pt x="210" y="66"/>
                  </a:lnTo>
                  <a:lnTo>
                    <a:pt x="130" y="66"/>
                  </a:lnTo>
                  <a:lnTo>
                    <a:pt x="130" y="188"/>
                  </a:lnTo>
                  <a:lnTo>
                    <a:pt x="125" y="198"/>
                  </a:lnTo>
                  <a:lnTo>
                    <a:pt x="50" y="198"/>
                  </a:lnTo>
                  <a:lnTo>
                    <a:pt x="43" y="188"/>
                  </a:lnTo>
                  <a:lnTo>
                    <a:pt x="43" y="66"/>
                  </a:lnTo>
                  <a:lnTo>
                    <a:pt x="50" y="55"/>
                  </a:lnTo>
                  <a:lnTo>
                    <a:pt x="87" y="55"/>
                  </a:lnTo>
                  <a:lnTo>
                    <a:pt x="87" y="10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2887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6" h="1117" extrusionOk="0">
                  <a:moveTo>
                    <a:pt x="7" y="0"/>
                  </a:moveTo>
                  <a:lnTo>
                    <a:pt x="131" y="0"/>
                  </a:lnTo>
                  <a:lnTo>
                    <a:pt x="137" y="9"/>
                  </a:lnTo>
                  <a:lnTo>
                    <a:pt x="137" y="1041"/>
                  </a:lnTo>
                  <a:lnTo>
                    <a:pt x="177" y="1041"/>
                  </a:lnTo>
                  <a:lnTo>
                    <a:pt x="185" y="1050"/>
                  </a:lnTo>
                  <a:lnTo>
                    <a:pt x="185" y="1105"/>
                  </a:lnTo>
                  <a:lnTo>
                    <a:pt x="177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6" y="1041"/>
                  </a:lnTo>
                  <a:lnTo>
                    <a:pt x="46" y="75"/>
                  </a:lnTo>
                  <a:lnTo>
                    <a:pt x="7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7" y="0"/>
                  </a:lnTo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2955" y="2963"/>
              <a:ext cx="41" cy="252"/>
            </a:xfrm>
            <a:custGeom>
              <a:avLst/>
              <a:gdLst/>
              <a:ahLst/>
              <a:cxnLst/>
              <a:rect l="l" t="t" r="r" b="b"/>
              <a:pathLst>
                <a:path w="184" h="1117" extrusionOk="0">
                  <a:moveTo>
                    <a:pt x="6" y="331"/>
                  </a:moveTo>
                  <a:lnTo>
                    <a:pt x="130" y="331"/>
                  </a:lnTo>
                  <a:lnTo>
                    <a:pt x="136" y="341"/>
                  </a:lnTo>
                  <a:lnTo>
                    <a:pt x="136" y="1041"/>
                  </a:lnTo>
                  <a:lnTo>
                    <a:pt x="175" y="1041"/>
                  </a:lnTo>
                  <a:lnTo>
                    <a:pt x="183" y="1050"/>
                  </a:lnTo>
                  <a:lnTo>
                    <a:pt x="183" y="1105"/>
                  </a:lnTo>
                  <a:lnTo>
                    <a:pt x="175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5" y="1041"/>
                  </a:lnTo>
                  <a:lnTo>
                    <a:pt x="45" y="397"/>
                  </a:lnTo>
                  <a:lnTo>
                    <a:pt x="6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6" y="331"/>
                  </a:lnTo>
                  <a:close/>
                  <a:moveTo>
                    <a:pt x="52" y="0"/>
                  </a:moveTo>
                  <a:lnTo>
                    <a:pt x="130" y="0"/>
                  </a:lnTo>
                  <a:lnTo>
                    <a:pt x="136" y="9"/>
                  </a:lnTo>
                  <a:lnTo>
                    <a:pt x="136" y="132"/>
                  </a:lnTo>
                  <a:lnTo>
                    <a:pt x="130" y="141"/>
                  </a:lnTo>
                  <a:lnTo>
                    <a:pt x="52" y="141"/>
                  </a:lnTo>
                  <a:lnTo>
                    <a:pt x="45" y="132"/>
                  </a:lnTo>
                  <a:lnTo>
                    <a:pt x="45" y="9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3022" y="2963"/>
              <a:ext cx="97" cy="252"/>
            </a:xfrm>
            <a:custGeom>
              <a:avLst/>
              <a:gdLst/>
              <a:ahLst/>
              <a:cxnLst/>
              <a:rect l="l" t="t" r="r" b="b"/>
              <a:pathLst>
                <a:path w="431" h="1117" extrusionOk="0">
                  <a:moveTo>
                    <a:pt x="172" y="397"/>
                  </a:moveTo>
                  <a:lnTo>
                    <a:pt x="252" y="397"/>
                  </a:lnTo>
                  <a:lnTo>
                    <a:pt x="252" y="455"/>
                  </a:lnTo>
                  <a:lnTo>
                    <a:pt x="258" y="463"/>
                  </a:lnTo>
                  <a:lnTo>
                    <a:pt x="294" y="463"/>
                  </a:lnTo>
                  <a:lnTo>
                    <a:pt x="294" y="973"/>
                  </a:lnTo>
                  <a:lnTo>
                    <a:pt x="258" y="973"/>
                  </a:lnTo>
                  <a:lnTo>
                    <a:pt x="252" y="984"/>
                  </a:lnTo>
                  <a:lnTo>
                    <a:pt x="252" y="1041"/>
                  </a:lnTo>
                  <a:lnTo>
                    <a:pt x="172" y="1041"/>
                  </a:lnTo>
                  <a:lnTo>
                    <a:pt x="172" y="984"/>
                  </a:lnTo>
                  <a:lnTo>
                    <a:pt x="166" y="973"/>
                  </a:lnTo>
                  <a:lnTo>
                    <a:pt x="129" y="973"/>
                  </a:lnTo>
                  <a:lnTo>
                    <a:pt x="129" y="918"/>
                  </a:lnTo>
                  <a:lnTo>
                    <a:pt x="124" y="909"/>
                  </a:lnTo>
                  <a:lnTo>
                    <a:pt x="92" y="909"/>
                  </a:lnTo>
                  <a:lnTo>
                    <a:pt x="92" y="529"/>
                  </a:lnTo>
                  <a:lnTo>
                    <a:pt x="124" y="529"/>
                  </a:lnTo>
                  <a:lnTo>
                    <a:pt x="129" y="519"/>
                  </a:lnTo>
                  <a:lnTo>
                    <a:pt x="129" y="463"/>
                  </a:lnTo>
                  <a:lnTo>
                    <a:pt x="166" y="463"/>
                  </a:lnTo>
                  <a:lnTo>
                    <a:pt x="172" y="455"/>
                  </a:lnTo>
                  <a:lnTo>
                    <a:pt x="172" y="397"/>
                  </a:lnTo>
                  <a:close/>
                  <a:moveTo>
                    <a:pt x="258" y="0"/>
                  </a:moveTo>
                  <a:lnTo>
                    <a:pt x="380" y="0"/>
                  </a:lnTo>
                  <a:lnTo>
                    <a:pt x="387" y="9"/>
                  </a:lnTo>
                  <a:lnTo>
                    <a:pt x="387" y="1041"/>
                  </a:lnTo>
                  <a:lnTo>
                    <a:pt x="423" y="1041"/>
                  </a:lnTo>
                  <a:lnTo>
                    <a:pt x="430" y="1050"/>
                  </a:lnTo>
                  <a:lnTo>
                    <a:pt x="430" y="1105"/>
                  </a:lnTo>
                  <a:lnTo>
                    <a:pt x="423" y="1116"/>
                  </a:lnTo>
                  <a:lnTo>
                    <a:pt x="343" y="1116"/>
                  </a:lnTo>
                  <a:lnTo>
                    <a:pt x="336" y="1105"/>
                  </a:lnTo>
                  <a:lnTo>
                    <a:pt x="336" y="1050"/>
                  </a:lnTo>
                  <a:lnTo>
                    <a:pt x="300" y="1050"/>
                  </a:lnTo>
                  <a:lnTo>
                    <a:pt x="300" y="1105"/>
                  </a:lnTo>
                  <a:lnTo>
                    <a:pt x="294" y="1116"/>
                  </a:lnTo>
                  <a:lnTo>
                    <a:pt x="129" y="1116"/>
                  </a:lnTo>
                  <a:lnTo>
                    <a:pt x="124" y="1105"/>
                  </a:lnTo>
                  <a:lnTo>
                    <a:pt x="124" y="1050"/>
                  </a:lnTo>
                  <a:lnTo>
                    <a:pt x="49" y="1050"/>
                  </a:lnTo>
                  <a:lnTo>
                    <a:pt x="44" y="1041"/>
                  </a:lnTo>
                  <a:lnTo>
                    <a:pt x="44" y="918"/>
                  </a:lnTo>
                  <a:lnTo>
                    <a:pt x="7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7" y="519"/>
                  </a:lnTo>
                  <a:lnTo>
                    <a:pt x="44" y="519"/>
                  </a:lnTo>
                  <a:lnTo>
                    <a:pt x="44" y="397"/>
                  </a:lnTo>
                  <a:lnTo>
                    <a:pt x="49" y="386"/>
                  </a:lnTo>
                  <a:lnTo>
                    <a:pt x="124" y="386"/>
                  </a:lnTo>
                  <a:lnTo>
                    <a:pt x="124" y="341"/>
                  </a:lnTo>
                  <a:lnTo>
                    <a:pt x="129" y="331"/>
                  </a:lnTo>
                  <a:lnTo>
                    <a:pt x="252" y="331"/>
                  </a:lnTo>
                  <a:lnTo>
                    <a:pt x="258" y="341"/>
                  </a:lnTo>
                  <a:lnTo>
                    <a:pt x="258" y="386"/>
                  </a:lnTo>
                  <a:lnTo>
                    <a:pt x="294" y="386"/>
                  </a:lnTo>
                  <a:lnTo>
                    <a:pt x="294" y="75"/>
                  </a:lnTo>
                  <a:lnTo>
                    <a:pt x="258" y="75"/>
                  </a:lnTo>
                  <a:lnTo>
                    <a:pt x="252" y="64"/>
                  </a:lnTo>
                  <a:lnTo>
                    <a:pt x="252" y="9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rgbClr val="0000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76" name="Google Shape;476;p31"/>
          <p:cNvGrpSpPr/>
          <p:nvPr/>
        </p:nvGrpSpPr>
        <p:grpSpPr>
          <a:xfrm>
            <a:off x="1679575" y="5521325"/>
            <a:ext cx="1092363" cy="443076"/>
            <a:chOff x="960" y="3155"/>
            <a:chExt cx="624" cy="253"/>
          </a:xfrm>
        </p:grpSpPr>
        <p:sp>
          <p:nvSpPr>
            <p:cNvPr id="477" name="Google Shape;477;p31"/>
            <p:cNvSpPr/>
            <p:nvPr/>
          </p:nvSpPr>
          <p:spPr>
            <a:xfrm>
              <a:off x="960" y="3155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6" extrusionOk="0">
                  <a:moveTo>
                    <a:pt x="6" y="0"/>
                  </a:moveTo>
                  <a:lnTo>
                    <a:pt x="234" y="0"/>
                  </a:lnTo>
                  <a:lnTo>
                    <a:pt x="241" y="11"/>
                  </a:lnTo>
                  <a:lnTo>
                    <a:pt x="241" y="66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0"/>
                  </a:lnTo>
                  <a:lnTo>
                    <a:pt x="234" y="1040"/>
                  </a:lnTo>
                  <a:lnTo>
                    <a:pt x="241" y="1051"/>
                  </a:lnTo>
                  <a:lnTo>
                    <a:pt x="241" y="1106"/>
                  </a:lnTo>
                  <a:lnTo>
                    <a:pt x="234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80" y="1040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1035" y="3231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3" extrusionOk="0">
                  <a:moveTo>
                    <a:pt x="6" y="0"/>
                  </a:moveTo>
                  <a:lnTo>
                    <a:pt x="120" y="0"/>
                  </a:lnTo>
                  <a:lnTo>
                    <a:pt x="127" y="8"/>
                  </a:lnTo>
                  <a:lnTo>
                    <a:pt x="127" y="121"/>
                  </a:lnTo>
                  <a:lnTo>
                    <a:pt x="163" y="121"/>
                  </a:lnTo>
                  <a:lnTo>
                    <a:pt x="163" y="64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8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8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4"/>
                  </a:lnTo>
                  <a:lnTo>
                    <a:pt x="380" y="121"/>
                  </a:lnTo>
                  <a:lnTo>
                    <a:pt x="415" y="121"/>
                  </a:lnTo>
                  <a:lnTo>
                    <a:pt x="422" y="132"/>
                  </a:lnTo>
                  <a:lnTo>
                    <a:pt x="422" y="707"/>
                  </a:lnTo>
                  <a:lnTo>
                    <a:pt x="452" y="707"/>
                  </a:lnTo>
                  <a:lnTo>
                    <a:pt x="457" y="718"/>
                  </a:lnTo>
                  <a:lnTo>
                    <a:pt x="457" y="773"/>
                  </a:lnTo>
                  <a:lnTo>
                    <a:pt x="452" y="782"/>
                  </a:lnTo>
                  <a:lnTo>
                    <a:pt x="296" y="782"/>
                  </a:lnTo>
                  <a:lnTo>
                    <a:pt x="290" y="773"/>
                  </a:lnTo>
                  <a:lnTo>
                    <a:pt x="290" y="718"/>
                  </a:lnTo>
                  <a:lnTo>
                    <a:pt x="296" y="707"/>
                  </a:lnTo>
                  <a:lnTo>
                    <a:pt x="332" y="707"/>
                  </a:lnTo>
                  <a:lnTo>
                    <a:pt x="332" y="196"/>
                  </a:lnTo>
                  <a:lnTo>
                    <a:pt x="296" y="196"/>
                  </a:lnTo>
                  <a:lnTo>
                    <a:pt x="290" y="187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7"/>
                  </a:lnTo>
                  <a:lnTo>
                    <a:pt x="163" y="196"/>
                  </a:lnTo>
                  <a:lnTo>
                    <a:pt x="127" y="196"/>
                  </a:lnTo>
                  <a:lnTo>
                    <a:pt x="127" y="707"/>
                  </a:lnTo>
                  <a:lnTo>
                    <a:pt x="163" y="707"/>
                  </a:lnTo>
                  <a:lnTo>
                    <a:pt x="170" y="718"/>
                  </a:lnTo>
                  <a:lnTo>
                    <a:pt x="170" y="773"/>
                  </a:lnTo>
                  <a:lnTo>
                    <a:pt x="163" y="782"/>
                  </a:lnTo>
                  <a:lnTo>
                    <a:pt x="6" y="782"/>
                  </a:lnTo>
                  <a:lnTo>
                    <a:pt x="0" y="773"/>
                  </a:lnTo>
                  <a:lnTo>
                    <a:pt x="0" y="718"/>
                  </a:lnTo>
                  <a:lnTo>
                    <a:pt x="6" y="707"/>
                  </a:lnTo>
                  <a:lnTo>
                    <a:pt x="43" y="707"/>
                  </a:lnTo>
                  <a:lnTo>
                    <a:pt x="43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1141" y="3231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3" extrusionOk="0">
                  <a:moveTo>
                    <a:pt x="6" y="0"/>
                  </a:moveTo>
                  <a:lnTo>
                    <a:pt x="157" y="0"/>
                  </a:lnTo>
                  <a:lnTo>
                    <a:pt x="163" y="8"/>
                  </a:lnTo>
                  <a:lnTo>
                    <a:pt x="163" y="55"/>
                  </a:lnTo>
                  <a:lnTo>
                    <a:pt x="157" y="64"/>
                  </a:lnTo>
                  <a:lnTo>
                    <a:pt x="128" y="64"/>
                  </a:lnTo>
                  <a:lnTo>
                    <a:pt x="128" y="187"/>
                  </a:lnTo>
                  <a:lnTo>
                    <a:pt x="157" y="187"/>
                  </a:lnTo>
                  <a:lnTo>
                    <a:pt x="163" y="196"/>
                  </a:lnTo>
                  <a:lnTo>
                    <a:pt x="163" y="385"/>
                  </a:lnTo>
                  <a:lnTo>
                    <a:pt x="197" y="385"/>
                  </a:lnTo>
                  <a:lnTo>
                    <a:pt x="203" y="396"/>
                  </a:lnTo>
                  <a:lnTo>
                    <a:pt x="203" y="575"/>
                  </a:lnTo>
                  <a:lnTo>
                    <a:pt x="238" y="575"/>
                  </a:lnTo>
                  <a:lnTo>
                    <a:pt x="238" y="528"/>
                  </a:lnTo>
                  <a:lnTo>
                    <a:pt x="244" y="518"/>
                  </a:lnTo>
                  <a:lnTo>
                    <a:pt x="278" y="518"/>
                  </a:lnTo>
                  <a:lnTo>
                    <a:pt x="278" y="328"/>
                  </a:lnTo>
                  <a:lnTo>
                    <a:pt x="285" y="319"/>
                  </a:lnTo>
                  <a:lnTo>
                    <a:pt x="319" y="319"/>
                  </a:lnTo>
                  <a:lnTo>
                    <a:pt x="319" y="64"/>
                  </a:lnTo>
                  <a:lnTo>
                    <a:pt x="285" y="64"/>
                  </a:lnTo>
                  <a:lnTo>
                    <a:pt x="278" y="55"/>
                  </a:lnTo>
                  <a:lnTo>
                    <a:pt x="278" y="8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8"/>
                  </a:lnTo>
                  <a:lnTo>
                    <a:pt x="447" y="55"/>
                  </a:lnTo>
                  <a:lnTo>
                    <a:pt x="440" y="64"/>
                  </a:lnTo>
                  <a:lnTo>
                    <a:pt x="406" y="64"/>
                  </a:lnTo>
                  <a:lnTo>
                    <a:pt x="406" y="121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19"/>
                  </a:lnTo>
                  <a:lnTo>
                    <a:pt x="359" y="328"/>
                  </a:lnTo>
                  <a:lnTo>
                    <a:pt x="325" y="328"/>
                  </a:lnTo>
                  <a:lnTo>
                    <a:pt x="325" y="518"/>
                  </a:lnTo>
                  <a:lnTo>
                    <a:pt x="319" y="528"/>
                  </a:lnTo>
                  <a:lnTo>
                    <a:pt x="285" y="528"/>
                  </a:lnTo>
                  <a:lnTo>
                    <a:pt x="285" y="707"/>
                  </a:lnTo>
                  <a:lnTo>
                    <a:pt x="278" y="718"/>
                  </a:lnTo>
                  <a:lnTo>
                    <a:pt x="244" y="718"/>
                  </a:lnTo>
                  <a:lnTo>
                    <a:pt x="244" y="773"/>
                  </a:lnTo>
                  <a:lnTo>
                    <a:pt x="238" y="782"/>
                  </a:lnTo>
                  <a:lnTo>
                    <a:pt x="203" y="782"/>
                  </a:lnTo>
                  <a:lnTo>
                    <a:pt x="197" y="773"/>
                  </a:lnTo>
                  <a:lnTo>
                    <a:pt x="197" y="718"/>
                  </a:lnTo>
                  <a:lnTo>
                    <a:pt x="163" y="718"/>
                  </a:lnTo>
                  <a:lnTo>
                    <a:pt x="157" y="707"/>
                  </a:lnTo>
                  <a:lnTo>
                    <a:pt x="157" y="586"/>
                  </a:lnTo>
                  <a:lnTo>
                    <a:pt x="128" y="586"/>
                  </a:lnTo>
                  <a:lnTo>
                    <a:pt x="121" y="575"/>
                  </a:lnTo>
                  <a:lnTo>
                    <a:pt x="121" y="396"/>
                  </a:lnTo>
                  <a:lnTo>
                    <a:pt x="87" y="396"/>
                  </a:lnTo>
                  <a:lnTo>
                    <a:pt x="81" y="385"/>
                  </a:lnTo>
                  <a:lnTo>
                    <a:pt x="81" y="196"/>
                  </a:lnTo>
                  <a:lnTo>
                    <a:pt x="46" y="196"/>
                  </a:lnTo>
                  <a:lnTo>
                    <a:pt x="40" y="187"/>
                  </a:lnTo>
                  <a:lnTo>
                    <a:pt x="40" y="64"/>
                  </a:lnTo>
                  <a:lnTo>
                    <a:pt x="6" y="64"/>
                  </a:lnTo>
                  <a:lnTo>
                    <a:pt x="0" y="55"/>
                  </a:lnTo>
                  <a:lnTo>
                    <a:pt x="0" y="8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1264" y="3231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3" extrusionOk="0">
                  <a:moveTo>
                    <a:pt x="203" y="328"/>
                  </a:moveTo>
                  <a:lnTo>
                    <a:pt x="238" y="328"/>
                  </a:lnTo>
                  <a:lnTo>
                    <a:pt x="238" y="575"/>
                  </a:lnTo>
                  <a:lnTo>
                    <a:pt x="203" y="575"/>
                  </a:lnTo>
                  <a:lnTo>
                    <a:pt x="198" y="586"/>
                  </a:lnTo>
                  <a:lnTo>
                    <a:pt x="198" y="641"/>
                  </a:lnTo>
                  <a:lnTo>
                    <a:pt x="86" y="641"/>
                  </a:lnTo>
                  <a:lnTo>
                    <a:pt x="86" y="460"/>
                  </a:lnTo>
                  <a:lnTo>
                    <a:pt x="117" y="460"/>
                  </a:lnTo>
                  <a:lnTo>
                    <a:pt x="122" y="452"/>
                  </a:lnTo>
                  <a:lnTo>
                    <a:pt x="122" y="396"/>
                  </a:lnTo>
                  <a:lnTo>
                    <a:pt x="198" y="396"/>
                  </a:lnTo>
                  <a:lnTo>
                    <a:pt x="203" y="385"/>
                  </a:lnTo>
                  <a:lnTo>
                    <a:pt x="203" y="328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8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4"/>
                  </a:lnTo>
                  <a:lnTo>
                    <a:pt x="324" y="707"/>
                  </a:lnTo>
                  <a:lnTo>
                    <a:pt x="359" y="707"/>
                  </a:lnTo>
                  <a:lnTo>
                    <a:pt x="365" y="718"/>
                  </a:lnTo>
                  <a:lnTo>
                    <a:pt x="365" y="773"/>
                  </a:lnTo>
                  <a:lnTo>
                    <a:pt x="359" y="782"/>
                  </a:lnTo>
                  <a:lnTo>
                    <a:pt x="284" y="782"/>
                  </a:lnTo>
                  <a:lnTo>
                    <a:pt x="279" y="773"/>
                  </a:lnTo>
                  <a:lnTo>
                    <a:pt x="279" y="718"/>
                  </a:lnTo>
                  <a:lnTo>
                    <a:pt x="243" y="718"/>
                  </a:lnTo>
                  <a:lnTo>
                    <a:pt x="238" y="707"/>
                  </a:lnTo>
                  <a:lnTo>
                    <a:pt x="238" y="650"/>
                  </a:lnTo>
                  <a:lnTo>
                    <a:pt x="203" y="650"/>
                  </a:lnTo>
                  <a:lnTo>
                    <a:pt x="203" y="707"/>
                  </a:lnTo>
                  <a:lnTo>
                    <a:pt x="198" y="718"/>
                  </a:lnTo>
                  <a:lnTo>
                    <a:pt x="162" y="718"/>
                  </a:lnTo>
                  <a:lnTo>
                    <a:pt x="162" y="773"/>
                  </a:lnTo>
                  <a:lnTo>
                    <a:pt x="157" y="782"/>
                  </a:lnTo>
                  <a:lnTo>
                    <a:pt x="46" y="782"/>
                  </a:lnTo>
                  <a:lnTo>
                    <a:pt x="41" y="773"/>
                  </a:lnTo>
                  <a:lnTo>
                    <a:pt x="41" y="718"/>
                  </a:lnTo>
                  <a:lnTo>
                    <a:pt x="5" y="718"/>
                  </a:lnTo>
                  <a:lnTo>
                    <a:pt x="0" y="707"/>
                  </a:lnTo>
                  <a:lnTo>
                    <a:pt x="0" y="460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6"/>
                  </a:lnTo>
                  <a:lnTo>
                    <a:pt x="46" y="385"/>
                  </a:lnTo>
                  <a:lnTo>
                    <a:pt x="80" y="385"/>
                  </a:lnTo>
                  <a:lnTo>
                    <a:pt x="80" y="328"/>
                  </a:lnTo>
                  <a:lnTo>
                    <a:pt x="86" y="319"/>
                  </a:lnTo>
                  <a:lnTo>
                    <a:pt x="157" y="319"/>
                  </a:lnTo>
                  <a:lnTo>
                    <a:pt x="157" y="264"/>
                  </a:lnTo>
                  <a:lnTo>
                    <a:pt x="162" y="253"/>
                  </a:lnTo>
                  <a:lnTo>
                    <a:pt x="238" y="253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1"/>
                  </a:lnTo>
                  <a:lnTo>
                    <a:pt x="198" y="64"/>
                  </a:lnTo>
                  <a:lnTo>
                    <a:pt x="122" y="64"/>
                  </a:lnTo>
                  <a:lnTo>
                    <a:pt x="122" y="187"/>
                  </a:lnTo>
                  <a:lnTo>
                    <a:pt x="117" y="196"/>
                  </a:lnTo>
                  <a:lnTo>
                    <a:pt x="46" y="196"/>
                  </a:lnTo>
                  <a:lnTo>
                    <a:pt x="41" y="187"/>
                  </a:lnTo>
                  <a:lnTo>
                    <a:pt x="41" y="64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8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1365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6" extrusionOk="0">
                  <a:moveTo>
                    <a:pt x="6" y="0"/>
                  </a:moveTo>
                  <a:lnTo>
                    <a:pt x="123" y="0"/>
                  </a:lnTo>
                  <a:lnTo>
                    <a:pt x="129" y="11"/>
                  </a:lnTo>
                  <a:lnTo>
                    <a:pt x="129" y="1040"/>
                  </a:lnTo>
                  <a:lnTo>
                    <a:pt x="166" y="1040"/>
                  </a:lnTo>
                  <a:lnTo>
                    <a:pt x="172" y="1051"/>
                  </a:lnTo>
                  <a:lnTo>
                    <a:pt x="172" y="1106"/>
                  </a:lnTo>
                  <a:lnTo>
                    <a:pt x="166" y="1115"/>
                  </a:lnTo>
                  <a:lnTo>
                    <a:pt x="6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6" y="1040"/>
                  </a:lnTo>
                  <a:lnTo>
                    <a:pt x="43" y="1040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6"/>
                  </a:lnTo>
                  <a:lnTo>
                    <a:pt x="0" y="11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2" name="Google Shape;482;p31"/>
            <p:cNvSpPr/>
            <p:nvPr/>
          </p:nvSpPr>
          <p:spPr>
            <a:xfrm>
              <a:off x="1429" y="3155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6" extrusionOk="0">
                  <a:moveTo>
                    <a:pt x="7" y="333"/>
                  </a:moveTo>
                  <a:lnTo>
                    <a:pt x="123" y="333"/>
                  </a:lnTo>
                  <a:lnTo>
                    <a:pt x="128" y="341"/>
                  </a:lnTo>
                  <a:lnTo>
                    <a:pt x="128" y="1040"/>
                  </a:lnTo>
                  <a:lnTo>
                    <a:pt x="165" y="1040"/>
                  </a:lnTo>
                  <a:lnTo>
                    <a:pt x="173" y="1051"/>
                  </a:lnTo>
                  <a:lnTo>
                    <a:pt x="173" y="1106"/>
                  </a:lnTo>
                  <a:lnTo>
                    <a:pt x="165" y="1115"/>
                  </a:lnTo>
                  <a:lnTo>
                    <a:pt x="7" y="1115"/>
                  </a:lnTo>
                  <a:lnTo>
                    <a:pt x="0" y="1106"/>
                  </a:lnTo>
                  <a:lnTo>
                    <a:pt x="0" y="1051"/>
                  </a:lnTo>
                  <a:lnTo>
                    <a:pt x="7" y="1040"/>
                  </a:lnTo>
                  <a:lnTo>
                    <a:pt x="43" y="1040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8"/>
                  </a:lnTo>
                  <a:lnTo>
                    <a:pt x="0" y="341"/>
                  </a:lnTo>
                  <a:lnTo>
                    <a:pt x="7" y="333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11"/>
                  </a:lnTo>
                  <a:lnTo>
                    <a:pt x="128" y="132"/>
                  </a:lnTo>
                  <a:lnTo>
                    <a:pt x="123" y="143"/>
                  </a:lnTo>
                  <a:lnTo>
                    <a:pt x="49" y="143"/>
                  </a:lnTo>
                  <a:lnTo>
                    <a:pt x="43" y="132"/>
                  </a:lnTo>
                  <a:lnTo>
                    <a:pt x="43" y="11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3" name="Google Shape;483;p31"/>
            <p:cNvSpPr/>
            <p:nvPr/>
          </p:nvSpPr>
          <p:spPr>
            <a:xfrm>
              <a:off x="1493" y="3155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6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4"/>
                  </a:lnTo>
                  <a:lnTo>
                    <a:pt x="241" y="465"/>
                  </a:lnTo>
                  <a:lnTo>
                    <a:pt x="276" y="465"/>
                  </a:lnTo>
                  <a:lnTo>
                    <a:pt x="276" y="974"/>
                  </a:lnTo>
                  <a:lnTo>
                    <a:pt x="241" y="974"/>
                  </a:lnTo>
                  <a:lnTo>
                    <a:pt x="237" y="983"/>
                  </a:lnTo>
                  <a:lnTo>
                    <a:pt x="237" y="1040"/>
                  </a:lnTo>
                  <a:lnTo>
                    <a:pt x="162" y="1040"/>
                  </a:lnTo>
                  <a:lnTo>
                    <a:pt x="162" y="983"/>
                  </a:lnTo>
                  <a:lnTo>
                    <a:pt x="156" y="974"/>
                  </a:lnTo>
                  <a:lnTo>
                    <a:pt x="122" y="974"/>
                  </a:lnTo>
                  <a:lnTo>
                    <a:pt x="122" y="919"/>
                  </a:lnTo>
                  <a:lnTo>
                    <a:pt x="116" y="908"/>
                  </a:lnTo>
                  <a:lnTo>
                    <a:pt x="86" y="908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20"/>
                  </a:lnTo>
                  <a:lnTo>
                    <a:pt x="122" y="465"/>
                  </a:lnTo>
                  <a:lnTo>
                    <a:pt x="156" y="465"/>
                  </a:lnTo>
                  <a:lnTo>
                    <a:pt x="162" y="454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11"/>
                  </a:lnTo>
                  <a:lnTo>
                    <a:pt x="362" y="1040"/>
                  </a:lnTo>
                  <a:lnTo>
                    <a:pt x="398" y="1040"/>
                  </a:lnTo>
                  <a:lnTo>
                    <a:pt x="403" y="1051"/>
                  </a:lnTo>
                  <a:lnTo>
                    <a:pt x="403" y="1106"/>
                  </a:lnTo>
                  <a:lnTo>
                    <a:pt x="398" y="1115"/>
                  </a:lnTo>
                  <a:lnTo>
                    <a:pt x="322" y="1115"/>
                  </a:lnTo>
                  <a:lnTo>
                    <a:pt x="317" y="1106"/>
                  </a:lnTo>
                  <a:lnTo>
                    <a:pt x="317" y="1051"/>
                  </a:lnTo>
                  <a:lnTo>
                    <a:pt x="281" y="1051"/>
                  </a:lnTo>
                  <a:lnTo>
                    <a:pt x="281" y="1106"/>
                  </a:lnTo>
                  <a:lnTo>
                    <a:pt x="276" y="1115"/>
                  </a:lnTo>
                  <a:lnTo>
                    <a:pt x="122" y="1115"/>
                  </a:lnTo>
                  <a:lnTo>
                    <a:pt x="116" y="1106"/>
                  </a:lnTo>
                  <a:lnTo>
                    <a:pt x="116" y="1051"/>
                  </a:lnTo>
                  <a:lnTo>
                    <a:pt x="46" y="1051"/>
                  </a:lnTo>
                  <a:lnTo>
                    <a:pt x="41" y="1040"/>
                  </a:lnTo>
                  <a:lnTo>
                    <a:pt x="41" y="919"/>
                  </a:lnTo>
                  <a:lnTo>
                    <a:pt x="5" y="919"/>
                  </a:lnTo>
                  <a:lnTo>
                    <a:pt x="0" y="908"/>
                  </a:lnTo>
                  <a:lnTo>
                    <a:pt x="0" y="529"/>
                  </a:lnTo>
                  <a:lnTo>
                    <a:pt x="5" y="520"/>
                  </a:lnTo>
                  <a:lnTo>
                    <a:pt x="41" y="520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116" y="388"/>
                  </a:lnTo>
                  <a:lnTo>
                    <a:pt x="116" y="341"/>
                  </a:lnTo>
                  <a:lnTo>
                    <a:pt x="122" y="333"/>
                  </a:lnTo>
                  <a:lnTo>
                    <a:pt x="237" y="333"/>
                  </a:lnTo>
                  <a:lnTo>
                    <a:pt x="241" y="341"/>
                  </a:lnTo>
                  <a:lnTo>
                    <a:pt x="241" y="388"/>
                  </a:lnTo>
                  <a:lnTo>
                    <a:pt x="276" y="388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6"/>
                  </a:lnTo>
                  <a:lnTo>
                    <a:pt x="237" y="11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84" name="Google Shape;484;p31"/>
          <p:cNvGrpSpPr/>
          <p:nvPr/>
        </p:nvGrpSpPr>
        <p:grpSpPr>
          <a:xfrm>
            <a:off x="7727950" y="5605462"/>
            <a:ext cx="1092363" cy="439737"/>
            <a:chOff x="4416" y="3203"/>
            <a:chExt cx="624" cy="252"/>
          </a:xfrm>
        </p:grpSpPr>
        <p:sp>
          <p:nvSpPr>
            <p:cNvPr id="485" name="Google Shape;485;p31"/>
            <p:cNvSpPr/>
            <p:nvPr/>
          </p:nvSpPr>
          <p:spPr>
            <a:xfrm>
              <a:off x="4416" y="3203"/>
              <a:ext cx="54" cy="252"/>
            </a:xfrm>
            <a:custGeom>
              <a:avLst/>
              <a:gdLst/>
              <a:ahLst/>
              <a:cxnLst/>
              <a:rect l="l" t="t" r="r" b="b"/>
              <a:pathLst>
                <a:path w="242" h="1117" extrusionOk="0">
                  <a:moveTo>
                    <a:pt x="6" y="0"/>
                  </a:moveTo>
                  <a:lnTo>
                    <a:pt x="234" y="0"/>
                  </a:lnTo>
                  <a:lnTo>
                    <a:pt x="241" y="9"/>
                  </a:lnTo>
                  <a:lnTo>
                    <a:pt x="241" y="64"/>
                  </a:lnTo>
                  <a:lnTo>
                    <a:pt x="234" y="75"/>
                  </a:lnTo>
                  <a:lnTo>
                    <a:pt x="161" y="75"/>
                  </a:lnTo>
                  <a:lnTo>
                    <a:pt x="161" y="1041"/>
                  </a:lnTo>
                  <a:lnTo>
                    <a:pt x="234" y="1041"/>
                  </a:lnTo>
                  <a:lnTo>
                    <a:pt x="241" y="1050"/>
                  </a:lnTo>
                  <a:lnTo>
                    <a:pt x="241" y="1105"/>
                  </a:lnTo>
                  <a:lnTo>
                    <a:pt x="234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80" y="1041"/>
                  </a:lnTo>
                  <a:lnTo>
                    <a:pt x="80" y="75"/>
                  </a:lnTo>
                  <a:lnTo>
                    <a:pt x="6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4491" y="3278"/>
              <a:ext cx="103" cy="177"/>
            </a:xfrm>
            <a:custGeom>
              <a:avLst/>
              <a:gdLst/>
              <a:ahLst/>
              <a:cxnLst/>
              <a:rect l="l" t="t" r="r" b="b"/>
              <a:pathLst>
                <a:path w="458" h="786" extrusionOk="0">
                  <a:moveTo>
                    <a:pt x="6" y="0"/>
                  </a:moveTo>
                  <a:lnTo>
                    <a:pt x="120" y="0"/>
                  </a:lnTo>
                  <a:lnTo>
                    <a:pt x="127" y="10"/>
                  </a:lnTo>
                  <a:lnTo>
                    <a:pt x="127" y="124"/>
                  </a:lnTo>
                  <a:lnTo>
                    <a:pt x="163" y="124"/>
                  </a:lnTo>
                  <a:lnTo>
                    <a:pt x="163" y="66"/>
                  </a:lnTo>
                  <a:lnTo>
                    <a:pt x="170" y="55"/>
                  </a:lnTo>
                  <a:lnTo>
                    <a:pt x="205" y="55"/>
                  </a:lnTo>
                  <a:lnTo>
                    <a:pt x="205" y="10"/>
                  </a:lnTo>
                  <a:lnTo>
                    <a:pt x="212" y="0"/>
                  </a:lnTo>
                  <a:lnTo>
                    <a:pt x="332" y="0"/>
                  </a:lnTo>
                  <a:lnTo>
                    <a:pt x="337" y="10"/>
                  </a:lnTo>
                  <a:lnTo>
                    <a:pt x="337" y="55"/>
                  </a:lnTo>
                  <a:lnTo>
                    <a:pt x="375" y="55"/>
                  </a:lnTo>
                  <a:lnTo>
                    <a:pt x="380" y="66"/>
                  </a:lnTo>
                  <a:lnTo>
                    <a:pt x="380" y="124"/>
                  </a:lnTo>
                  <a:lnTo>
                    <a:pt x="415" y="124"/>
                  </a:lnTo>
                  <a:lnTo>
                    <a:pt x="422" y="132"/>
                  </a:lnTo>
                  <a:lnTo>
                    <a:pt x="422" y="710"/>
                  </a:lnTo>
                  <a:lnTo>
                    <a:pt x="452" y="710"/>
                  </a:lnTo>
                  <a:lnTo>
                    <a:pt x="457" y="719"/>
                  </a:lnTo>
                  <a:lnTo>
                    <a:pt x="457" y="774"/>
                  </a:lnTo>
                  <a:lnTo>
                    <a:pt x="452" y="785"/>
                  </a:lnTo>
                  <a:lnTo>
                    <a:pt x="296" y="785"/>
                  </a:lnTo>
                  <a:lnTo>
                    <a:pt x="290" y="774"/>
                  </a:lnTo>
                  <a:lnTo>
                    <a:pt x="290" y="719"/>
                  </a:lnTo>
                  <a:lnTo>
                    <a:pt x="296" y="710"/>
                  </a:lnTo>
                  <a:lnTo>
                    <a:pt x="332" y="710"/>
                  </a:lnTo>
                  <a:lnTo>
                    <a:pt x="332" y="198"/>
                  </a:lnTo>
                  <a:lnTo>
                    <a:pt x="296" y="198"/>
                  </a:lnTo>
                  <a:lnTo>
                    <a:pt x="290" y="188"/>
                  </a:lnTo>
                  <a:lnTo>
                    <a:pt x="290" y="132"/>
                  </a:lnTo>
                  <a:lnTo>
                    <a:pt x="170" y="132"/>
                  </a:lnTo>
                  <a:lnTo>
                    <a:pt x="170" y="188"/>
                  </a:lnTo>
                  <a:lnTo>
                    <a:pt x="163" y="198"/>
                  </a:lnTo>
                  <a:lnTo>
                    <a:pt x="127" y="198"/>
                  </a:lnTo>
                  <a:lnTo>
                    <a:pt x="127" y="710"/>
                  </a:lnTo>
                  <a:lnTo>
                    <a:pt x="163" y="710"/>
                  </a:lnTo>
                  <a:lnTo>
                    <a:pt x="170" y="719"/>
                  </a:lnTo>
                  <a:lnTo>
                    <a:pt x="170" y="774"/>
                  </a:lnTo>
                  <a:lnTo>
                    <a:pt x="163" y="785"/>
                  </a:lnTo>
                  <a:lnTo>
                    <a:pt x="6" y="785"/>
                  </a:lnTo>
                  <a:lnTo>
                    <a:pt x="0" y="774"/>
                  </a:lnTo>
                  <a:lnTo>
                    <a:pt x="0" y="719"/>
                  </a:lnTo>
                  <a:lnTo>
                    <a:pt x="6" y="710"/>
                  </a:lnTo>
                  <a:lnTo>
                    <a:pt x="43" y="710"/>
                  </a:lnTo>
                  <a:lnTo>
                    <a:pt x="43" y="66"/>
                  </a:lnTo>
                  <a:lnTo>
                    <a:pt x="6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4597" y="3278"/>
              <a:ext cx="101" cy="177"/>
            </a:xfrm>
            <a:custGeom>
              <a:avLst/>
              <a:gdLst/>
              <a:ahLst/>
              <a:cxnLst/>
              <a:rect l="l" t="t" r="r" b="b"/>
              <a:pathLst>
                <a:path w="448" h="786" extrusionOk="0">
                  <a:moveTo>
                    <a:pt x="6" y="0"/>
                  </a:moveTo>
                  <a:lnTo>
                    <a:pt x="157" y="0"/>
                  </a:lnTo>
                  <a:lnTo>
                    <a:pt x="163" y="10"/>
                  </a:lnTo>
                  <a:lnTo>
                    <a:pt x="163" y="55"/>
                  </a:lnTo>
                  <a:lnTo>
                    <a:pt x="157" y="66"/>
                  </a:lnTo>
                  <a:lnTo>
                    <a:pt x="128" y="66"/>
                  </a:lnTo>
                  <a:lnTo>
                    <a:pt x="128" y="188"/>
                  </a:lnTo>
                  <a:lnTo>
                    <a:pt x="157" y="188"/>
                  </a:lnTo>
                  <a:lnTo>
                    <a:pt x="163" y="198"/>
                  </a:lnTo>
                  <a:lnTo>
                    <a:pt x="163" y="388"/>
                  </a:lnTo>
                  <a:lnTo>
                    <a:pt x="197" y="388"/>
                  </a:lnTo>
                  <a:lnTo>
                    <a:pt x="203" y="397"/>
                  </a:lnTo>
                  <a:lnTo>
                    <a:pt x="203" y="578"/>
                  </a:lnTo>
                  <a:lnTo>
                    <a:pt x="238" y="578"/>
                  </a:lnTo>
                  <a:lnTo>
                    <a:pt x="238" y="529"/>
                  </a:lnTo>
                  <a:lnTo>
                    <a:pt x="244" y="520"/>
                  </a:lnTo>
                  <a:lnTo>
                    <a:pt x="278" y="520"/>
                  </a:lnTo>
                  <a:lnTo>
                    <a:pt x="278" y="330"/>
                  </a:lnTo>
                  <a:lnTo>
                    <a:pt x="285" y="320"/>
                  </a:lnTo>
                  <a:lnTo>
                    <a:pt x="319" y="320"/>
                  </a:lnTo>
                  <a:lnTo>
                    <a:pt x="319" y="66"/>
                  </a:lnTo>
                  <a:lnTo>
                    <a:pt x="285" y="66"/>
                  </a:lnTo>
                  <a:lnTo>
                    <a:pt x="278" y="55"/>
                  </a:lnTo>
                  <a:lnTo>
                    <a:pt x="278" y="10"/>
                  </a:lnTo>
                  <a:lnTo>
                    <a:pt x="285" y="0"/>
                  </a:lnTo>
                  <a:lnTo>
                    <a:pt x="440" y="0"/>
                  </a:lnTo>
                  <a:lnTo>
                    <a:pt x="447" y="10"/>
                  </a:lnTo>
                  <a:lnTo>
                    <a:pt x="447" y="55"/>
                  </a:lnTo>
                  <a:lnTo>
                    <a:pt x="440" y="66"/>
                  </a:lnTo>
                  <a:lnTo>
                    <a:pt x="406" y="66"/>
                  </a:lnTo>
                  <a:lnTo>
                    <a:pt x="406" y="124"/>
                  </a:lnTo>
                  <a:lnTo>
                    <a:pt x="400" y="132"/>
                  </a:lnTo>
                  <a:lnTo>
                    <a:pt x="366" y="132"/>
                  </a:lnTo>
                  <a:lnTo>
                    <a:pt x="366" y="320"/>
                  </a:lnTo>
                  <a:lnTo>
                    <a:pt x="359" y="330"/>
                  </a:lnTo>
                  <a:lnTo>
                    <a:pt x="325" y="330"/>
                  </a:lnTo>
                  <a:lnTo>
                    <a:pt x="325" y="520"/>
                  </a:lnTo>
                  <a:lnTo>
                    <a:pt x="319" y="529"/>
                  </a:lnTo>
                  <a:lnTo>
                    <a:pt x="285" y="529"/>
                  </a:lnTo>
                  <a:lnTo>
                    <a:pt x="285" y="710"/>
                  </a:lnTo>
                  <a:lnTo>
                    <a:pt x="278" y="719"/>
                  </a:lnTo>
                  <a:lnTo>
                    <a:pt x="244" y="719"/>
                  </a:lnTo>
                  <a:lnTo>
                    <a:pt x="244" y="774"/>
                  </a:lnTo>
                  <a:lnTo>
                    <a:pt x="238" y="785"/>
                  </a:lnTo>
                  <a:lnTo>
                    <a:pt x="203" y="785"/>
                  </a:lnTo>
                  <a:lnTo>
                    <a:pt x="197" y="774"/>
                  </a:lnTo>
                  <a:lnTo>
                    <a:pt x="197" y="719"/>
                  </a:lnTo>
                  <a:lnTo>
                    <a:pt x="163" y="719"/>
                  </a:lnTo>
                  <a:lnTo>
                    <a:pt x="157" y="710"/>
                  </a:lnTo>
                  <a:lnTo>
                    <a:pt x="157" y="587"/>
                  </a:lnTo>
                  <a:lnTo>
                    <a:pt x="128" y="587"/>
                  </a:lnTo>
                  <a:lnTo>
                    <a:pt x="121" y="578"/>
                  </a:lnTo>
                  <a:lnTo>
                    <a:pt x="121" y="397"/>
                  </a:lnTo>
                  <a:lnTo>
                    <a:pt x="87" y="397"/>
                  </a:lnTo>
                  <a:lnTo>
                    <a:pt x="81" y="388"/>
                  </a:lnTo>
                  <a:lnTo>
                    <a:pt x="81" y="198"/>
                  </a:lnTo>
                  <a:lnTo>
                    <a:pt x="46" y="198"/>
                  </a:lnTo>
                  <a:lnTo>
                    <a:pt x="40" y="188"/>
                  </a:lnTo>
                  <a:lnTo>
                    <a:pt x="40" y="66"/>
                  </a:lnTo>
                  <a:lnTo>
                    <a:pt x="6" y="66"/>
                  </a:lnTo>
                  <a:lnTo>
                    <a:pt x="0" y="55"/>
                  </a:lnTo>
                  <a:lnTo>
                    <a:pt x="0" y="10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4720" y="3278"/>
              <a:ext cx="82" cy="177"/>
            </a:xfrm>
            <a:custGeom>
              <a:avLst/>
              <a:gdLst/>
              <a:ahLst/>
              <a:cxnLst/>
              <a:rect l="l" t="t" r="r" b="b"/>
              <a:pathLst>
                <a:path w="366" h="786" extrusionOk="0">
                  <a:moveTo>
                    <a:pt x="203" y="330"/>
                  </a:moveTo>
                  <a:lnTo>
                    <a:pt x="238" y="330"/>
                  </a:lnTo>
                  <a:lnTo>
                    <a:pt x="238" y="578"/>
                  </a:lnTo>
                  <a:lnTo>
                    <a:pt x="203" y="578"/>
                  </a:lnTo>
                  <a:lnTo>
                    <a:pt x="198" y="587"/>
                  </a:lnTo>
                  <a:lnTo>
                    <a:pt x="198" y="642"/>
                  </a:lnTo>
                  <a:lnTo>
                    <a:pt x="86" y="642"/>
                  </a:lnTo>
                  <a:lnTo>
                    <a:pt x="86" y="463"/>
                  </a:lnTo>
                  <a:lnTo>
                    <a:pt x="117" y="463"/>
                  </a:lnTo>
                  <a:lnTo>
                    <a:pt x="122" y="452"/>
                  </a:lnTo>
                  <a:lnTo>
                    <a:pt x="122" y="397"/>
                  </a:lnTo>
                  <a:lnTo>
                    <a:pt x="198" y="397"/>
                  </a:lnTo>
                  <a:lnTo>
                    <a:pt x="203" y="388"/>
                  </a:lnTo>
                  <a:lnTo>
                    <a:pt x="203" y="330"/>
                  </a:lnTo>
                  <a:close/>
                  <a:moveTo>
                    <a:pt x="86" y="0"/>
                  </a:moveTo>
                  <a:lnTo>
                    <a:pt x="279" y="0"/>
                  </a:lnTo>
                  <a:lnTo>
                    <a:pt x="284" y="10"/>
                  </a:lnTo>
                  <a:lnTo>
                    <a:pt x="284" y="55"/>
                  </a:lnTo>
                  <a:lnTo>
                    <a:pt x="318" y="55"/>
                  </a:lnTo>
                  <a:lnTo>
                    <a:pt x="324" y="66"/>
                  </a:lnTo>
                  <a:lnTo>
                    <a:pt x="324" y="710"/>
                  </a:lnTo>
                  <a:lnTo>
                    <a:pt x="359" y="710"/>
                  </a:lnTo>
                  <a:lnTo>
                    <a:pt x="365" y="719"/>
                  </a:lnTo>
                  <a:lnTo>
                    <a:pt x="365" y="774"/>
                  </a:lnTo>
                  <a:lnTo>
                    <a:pt x="359" y="785"/>
                  </a:lnTo>
                  <a:lnTo>
                    <a:pt x="284" y="785"/>
                  </a:lnTo>
                  <a:lnTo>
                    <a:pt x="279" y="774"/>
                  </a:lnTo>
                  <a:lnTo>
                    <a:pt x="279" y="719"/>
                  </a:lnTo>
                  <a:lnTo>
                    <a:pt x="243" y="719"/>
                  </a:lnTo>
                  <a:lnTo>
                    <a:pt x="238" y="710"/>
                  </a:lnTo>
                  <a:lnTo>
                    <a:pt x="238" y="653"/>
                  </a:lnTo>
                  <a:lnTo>
                    <a:pt x="203" y="653"/>
                  </a:lnTo>
                  <a:lnTo>
                    <a:pt x="203" y="710"/>
                  </a:lnTo>
                  <a:lnTo>
                    <a:pt x="198" y="719"/>
                  </a:lnTo>
                  <a:lnTo>
                    <a:pt x="162" y="719"/>
                  </a:lnTo>
                  <a:lnTo>
                    <a:pt x="162" y="774"/>
                  </a:lnTo>
                  <a:lnTo>
                    <a:pt x="157" y="785"/>
                  </a:lnTo>
                  <a:lnTo>
                    <a:pt x="46" y="785"/>
                  </a:lnTo>
                  <a:lnTo>
                    <a:pt x="41" y="774"/>
                  </a:lnTo>
                  <a:lnTo>
                    <a:pt x="41" y="719"/>
                  </a:lnTo>
                  <a:lnTo>
                    <a:pt x="5" y="719"/>
                  </a:lnTo>
                  <a:lnTo>
                    <a:pt x="0" y="710"/>
                  </a:lnTo>
                  <a:lnTo>
                    <a:pt x="0" y="463"/>
                  </a:lnTo>
                  <a:lnTo>
                    <a:pt x="5" y="452"/>
                  </a:lnTo>
                  <a:lnTo>
                    <a:pt x="41" y="452"/>
                  </a:lnTo>
                  <a:lnTo>
                    <a:pt x="41" y="397"/>
                  </a:lnTo>
                  <a:lnTo>
                    <a:pt x="46" y="388"/>
                  </a:lnTo>
                  <a:lnTo>
                    <a:pt x="80" y="388"/>
                  </a:lnTo>
                  <a:lnTo>
                    <a:pt x="80" y="330"/>
                  </a:lnTo>
                  <a:lnTo>
                    <a:pt x="86" y="320"/>
                  </a:lnTo>
                  <a:lnTo>
                    <a:pt x="157" y="320"/>
                  </a:lnTo>
                  <a:lnTo>
                    <a:pt x="157" y="264"/>
                  </a:lnTo>
                  <a:lnTo>
                    <a:pt x="162" y="256"/>
                  </a:lnTo>
                  <a:lnTo>
                    <a:pt x="238" y="256"/>
                  </a:lnTo>
                  <a:lnTo>
                    <a:pt x="238" y="132"/>
                  </a:lnTo>
                  <a:lnTo>
                    <a:pt x="203" y="132"/>
                  </a:lnTo>
                  <a:lnTo>
                    <a:pt x="198" y="124"/>
                  </a:lnTo>
                  <a:lnTo>
                    <a:pt x="198" y="66"/>
                  </a:lnTo>
                  <a:lnTo>
                    <a:pt x="122" y="66"/>
                  </a:lnTo>
                  <a:lnTo>
                    <a:pt x="122" y="188"/>
                  </a:lnTo>
                  <a:lnTo>
                    <a:pt x="117" y="198"/>
                  </a:lnTo>
                  <a:lnTo>
                    <a:pt x="46" y="198"/>
                  </a:lnTo>
                  <a:lnTo>
                    <a:pt x="41" y="188"/>
                  </a:lnTo>
                  <a:lnTo>
                    <a:pt x="41" y="66"/>
                  </a:lnTo>
                  <a:lnTo>
                    <a:pt x="46" y="55"/>
                  </a:lnTo>
                  <a:lnTo>
                    <a:pt x="80" y="55"/>
                  </a:lnTo>
                  <a:lnTo>
                    <a:pt x="80" y="10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4821" y="3203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3" h="1117" extrusionOk="0">
                  <a:moveTo>
                    <a:pt x="6" y="0"/>
                  </a:moveTo>
                  <a:lnTo>
                    <a:pt x="123" y="0"/>
                  </a:lnTo>
                  <a:lnTo>
                    <a:pt x="129" y="9"/>
                  </a:lnTo>
                  <a:lnTo>
                    <a:pt x="129" y="1041"/>
                  </a:lnTo>
                  <a:lnTo>
                    <a:pt x="166" y="1041"/>
                  </a:lnTo>
                  <a:lnTo>
                    <a:pt x="172" y="1050"/>
                  </a:lnTo>
                  <a:lnTo>
                    <a:pt x="172" y="1105"/>
                  </a:lnTo>
                  <a:lnTo>
                    <a:pt x="166" y="1116"/>
                  </a:lnTo>
                  <a:lnTo>
                    <a:pt x="6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6" y="1041"/>
                  </a:lnTo>
                  <a:lnTo>
                    <a:pt x="43" y="1041"/>
                  </a:lnTo>
                  <a:lnTo>
                    <a:pt x="43" y="75"/>
                  </a:lnTo>
                  <a:lnTo>
                    <a:pt x="6" y="75"/>
                  </a:lnTo>
                  <a:lnTo>
                    <a:pt x="0" y="64"/>
                  </a:lnTo>
                  <a:lnTo>
                    <a:pt x="0" y="9"/>
                  </a:lnTo>
                  <a:lnTo>
                    <a:pt x="6" y="0"/>
                  </a:lnTo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0" name="Google Shape;490;p31"/>
            <p:cNvSpPr/>
            <p:nvPr/>
          </p:nvSpPr>
          <p:spPr>
            <a:xfrm>
              <a:off x="4885" y="3203"/>
              <a:ext cx="38" cy="252"/>
            </a:xfrm>
            <a:custGeom>
              <a:avLst/>
              <a:gdLst/>
              <a:ahLst/>
              <a:cxnLst/>
              <a:rect l="l" t="t" r="r" b="b"/>
              <a:pathLst>
                <a:path w="174" h="1117" extrusionOk="0">
                  <a:moveTo>
                    <a:pt x="7" y="331"/>
                  </a:moveTo>
                  <a:lnTo>
                    <a:pt x="123" y="331"/>
                  </a:lnTo>
                  <a:lnTo>
                    <a:pt x="128" y="341"/>
                  </a:lnTo>
                  <a:lnTo>
                    <a:pt x="128" y="1041"/>
                  </a:lnTo>
                  <a:lnTo>
                    <a:pt x="165" y="1041"/>
                  </a:lnTo>
                  <a:lnTo>
                    <a:pt x="173" y="1050"/>
                  </a:lnTo>
                  <a:lnTo>
                    <a:pt x="173" y="1105"/>
                  </a:lnTo>
                  <a:lnTo>
                    <a:pt x="165" y="1116"/>
                  </a:lnTo>
                  <a:lnTo>
                    <a:pt x="7" y="1116"/>
                  </a:lnTo>
                  <a:lnTo>
                    <a:pt x="0" y="1105"/>
                  </a:lnTo>
                  <a:lnTo>
                    <a:pt x="0" y="1050"/>
                  </a:lnTo>
                  <a:lnTo>
                    <a:pt x="7" y="1041"/>
                  </a:lnTo>
                  <a:lnTo>
                    <a:pt x="43" y="1041"/>
                  </a:lnTo>
                  <a:lnTo>
                    <a:pt x="43" y="397"/>
                  </a:lnTo>
                  <a:lnTo>
                    <a:pt x="7" y="397"/>
                  </a:lnTo>
                  <a:lnTo>
                    <a:pt x="0" y="386"/>
                  </a:lnTo>
                  <a:lnTo>
                    <a:pt x="0" y="341"/>
                  </a:lnTo>
                  <a:lnTo>
                    <a:pt x="7" y="331"/>
                  </a:lnTo>
                  <a:close/>
                  <a:moveTo>
                    <a:pt x="49" y="0"/>
                  </a:moveTo>
                  <a:lnTo>
                    <a:pt x="123" y="0"/>
                  </a:lnTo>
                  <a:lnTo>
                    <a:pt x="128" y="9"/>
                  </a:lnTo>
                  <a:lnTo>
                    <a:pt x="128" y="132"/>
                  </a:lnTo>
                  <a:lnTo>
                    <a:pt x="123" y="141"/>
                  </a:lnTo>
                  <a:lnTo>
                    <a:pt x="49" y="141"/>
                  </a:lnTo>
                  <a:lnTo>
                    <a:pt x="43" y="132"/>
                  </a:lnTo>
                  <a:lnTo>
                    <a:pt x="43" y="9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4949" y="3203"/>
              <a:ext cx="91" cy="252"/>
            </a:xfrm>
            <a:custGeom>
              <a:avLst/>
              <a:gdLst/>
              <a:ahLst/>
              <a:cxnLst/>
              <a:rect l="l" t="t" r="r" b="b"/>
              <a:pathLst>
                <a:path w="404" h="1117" extrusionOk="0">
                  <a:moveTo>
                    <a:pt x="162" y="397"/>
                  </a:moveTo>
                  <a:lnTo>
                    <a:pt x="237" y="397"/>
                  </a:lnTo>
                  <a:lnTo>
                    <a:pt x="237" y="455"/>
                  </a:lnTo>
                  <a:lnTo>
                    <a:pt x="241" y="463"/>
                  </a:lnTo>
                  <a:lnTo>
                    <a:pt x="276" y="463"/>
                  </a:lnTo>
                  <a:lnTo>
                    <a:pt x="276" y="973"/>
                  </a:lnTo>
                  <a:lnTo>
                    <a:pt x="241" y="973"/>
                  </a:lnTo>
                  <a:lnTo>
                    <a:pt x="237" y="984"/>
                  </a:lnTo>
                  <a:lnTo>
                    <a:pt x="237" y="1041"/>
                  </a:lnTo>
                  <a:lnTo>
                    <a:pt x="162" y="1041"/>
                  </a:lnTo>
                  <a:lnTo>
                    <a:pt x="162" y="984"/>
                  </a:lnTo>
                  <a:lnTo>
                    <a:pt x="156" y="973"/>
                  </a:lnTo>
                  <a:lnTo>
                    <a:pt x="122" y="973"/>
                  </a:lnTo>
                  <a:lnTo>
                    <a:pt x="122" y="918"/>
                  </a:lnTo>
                  <a:lnTo>
                    <a:pt x="116" y="909"/>
                  </a:lnTo>
                  <a:lnTo>
                    <a:pt x="86" y="909"/>
                  </a:lnTo>
                  <a:lnTo>
                    <a:pt x="86" y="529"/>
                  </a:lnTo>
                  <a:lnTo>
                    <a:pt x="116" y="529"/>
                  </a:lnTo>
                  <a:lnTo>
                    <a:pt x="122" y="519"/>
                  </a:lnTo>
                  <a:lnTo>
                    <a:pt x="122" y="463"/>
                  </a:lnTo>
                  <a:lnTo>
                    <a:pt x="156" y="463"/>
                  </a:lnTo>
                  <a:lnTo>
                    <a:pt x="162" y="455"/>
                  </a:lnTo>
                  <a:lnTo>
                    <a:pt x="162" y="397"/>
                  </a:lnTo>
                  <a:close/>
                  <a:moveTo>
                    <a:pt x="241" y="0"/>
                  </a:moveTo>
                  <a:lnTo>
                    <a:pt x="357" y="0"/>
                  </a:lnTo>
                  <a:lnTo>
                    <a:pt x="362" y="9"/>
                  </a:lnTo>
                  <a:lnTo>
                    <a:pt x="362" y="1041"/>
                  </a:lnTo>
                  <a:lnTo>
                    <a:pt x="398" y="1041"/>
                  </a:lnTo>
                  <a:lnTo>
                    <a:pt x="403" y="1050"/>
                  </a:lnTo>
                  <a:lnTo>
                    <a:pt x="403" y="1105"/>
                  </a:lnTo>
                  <a:lnTo>
                    <a:pt x="398" y="1116"/>
                  </a:lnTo>
                  <a:lnTo>
                    <a:pt x="322" y="1116"/>
                  </a:lnTo>
                  <a:lnTo>
                    <a:pt x="317" y="1105"/>
                  </a:lnTo>
                  <a:lnTo>
                    <a:pt x="317" y="1050"/>
                  </a:lnTo>
                  <a:lnTo>
                    <a:pt x="281" y="1050"/>
                  </a:lnTo>
                  <a:lnTo>
                    <a:pt x="281" y="1105"/>
                  </a:lnTo>
                  <a:lnTo>
                    <a:pt x="276" y="1116"/>
                  </a:lnTo>
                  <a:lnTo>
                    <a:pt x="122" y="1116"/>
                  </a:lnTo>
                  <a:lnTo>
                    <a:pt x="116" y="1105"/>
                  </a:lnTo>
                  <a:lnTo>
                    <a:pt x="116" y="1050"/>
                  </a:lnTo>
                  <a:lnTo>
                    <a:pt x="46" y="1050"/>
                  </a:lnTo>
                  <a:lnTo>
                    <a:pt x="41" y="1041"/>
                  </a:lnTo>
                  <a:lnTo>
                    <a:pt x="41" y="918"/>
                  </a:lnTo>
                  <a:lnTo>
                    <a:pt x="5" y="918"/>
                  </a:lnTo>
                  <a:lnTo>
                    <a:pt x="0" y="909"/>
                  </a:lnTo>
                  <a:lnTo>
                    <a:pt x="0" y="529"/>
                  </a:lnTo>
                  <a:lnTo>
                    <a:pt x="5" y="519"/>
                  </a:lnTo>
                  <a:lnTo>
                    <a:pt x="41" y="519"/>
                  </a:lnTo>
                  <a:lnTo>
                    <a:pt x="41" y="397"/>
                  </a:lnTo>
                  <a:lnTo>
                    <a:pt x="46" y="386"/>
                  </a:lnTo>
                  <a:lnTo>
                    <a:pt x="116" y="386"/>
                  </a:lnTo>
                  <a:lnTo>
                    <a:pt x="116" y="341"/>
                  </a:lnTo>
                  <a:lnTo>
                    <a:pt x="122" y="331"/>
                  </a:lnTo>
                  <a:lnTo>
                    <a:pt x="237" y="331"/>
                  </a:lnTo>
                  <a:lnTo>
                    <a:pt x="241" y="341"/>
                  </a:lnTo>
                  <a:lnTo>
                    <a:pt x="241" y="386"/>
                  </a:lnTo>
                  <a:lnTo>
                    <a:pt x="276" y="386"/>
                  </a:lnTo>
                  <a:lnTo>
                    <a:pt x="276" y="75"/>
                  </a:lnTo>
                  <a:lnTo>
                    <a:pt x="241" y="75"/>
                  </a:lnTo>
                  <a:lnTo>
                    <a:pt x="237" y="64"/>
                  </a:lnTo>
                  <a:lnTo>
                    <a:pt x="237" y="9"/>
                  </a:lnTo>
                  <a:lnTo>
                    <a:pt x="241" y="0"/>
                  </a:lnTo>
                  <a:close/>
                </a:path>
              </a:pathLst>
            </a:custGeom>
            <a:solidFill>
              <a:srgbClr val="FF66FF"/>
            </a:solidFill>
            <a:ln w="9525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2"/>
          <p:cNvSpPr txBox="1">
            <a:spLocks noGrp="1"/>
          </p:cNvSpPr>
          <p:nvPr>
            <p:ph type="title"/>
          </p:nvPr>
        </p:nvSpPr>
        <p:spPr>
          <a:xfrm>
            <a:off x="447675" y="0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Debugging</a:t>
            </a:r>
            <a:endParaRPr/>
          </a:p>
        </p:txBody>
      </p:sp>
      <p:sp>
        <p:nvSpPr>
          <p:cNvPr id="498" name="Google Shape;498;p32"/>
          <p:cNvSpPr txBox="1">
            <a:spLocks noGrp="1"/>
          </p:cNvSpPr>
          <p:nvPr>
            <p:ph type="body" idx="1"/>
          </p:nvPr>
        </p:nvSpPr>
        <p:spPr>
          <a:xfrm>
            <a:off x="463550" y="1511300"/>
            <a:ext cx="9151937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Once errors are identified: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necessary identify the precise location of the errors and to fix them.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debugging approach has its own advantages and disadvantages: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is useful in appropriate circumstances.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Brute-Force method</a:t>
            </a:r>
            <a:endParaRPr/>
          </a:p>
        </p:txBody>
      </p:sp>
      <p:sp>
        <p:nvSpPr>
          <p:cNvPr id="505" name="Google Shape;505;p33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77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the most common method of debugging: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Least efficient method.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is loaded with print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statements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Print the intermediate values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Hope that some of printed values will help identify the error.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Symbolic Debugger</a:t>
            </a:r>
            <a:endParaRPr/>
          </a:p>
        </p:txBody>
      </p:sp>
      <p:sp>
        <p:nvSpPr>
          <p:cNvPr id="512" name="Google Shape;512;p34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760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Brute force approach becomes more systematic: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With the use of a </a:t>
            </a:r>
            <a:r>
              <a:rPr lang="en-US" sz="3200" b="1" i="0" u="sng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symbolic debugger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 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Symbolic debuggers get their name for historical reasons</a:t>
            </a:r>
            <a:endParaRPr/>
          </a:p>
          <a:p>
            <a:pPr marL="858837" marR="0" lvl="1" indent="-285749" algn="l" rt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Early debuggers let you only see values from a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dump:</a:t>
            </a:r>
            <a:endParaRPr/>
          </a:p>
          <a:p>
            <a:pPr marL="1290637" marR="0" lvl="2" indent="-212724" algn="l" rtl="0">
              <a:lnSpc>
                <a:spcPct val="95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Determine which variable it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corresponds to.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Symbolic Debugger</a:t>
            </a:r>
            <a:endParaRPr/>
          </a:p>
        </p:txBody>
      </p:sp>
      <p:sp>
        <p:nvSpPr>
          <p:cNvPr id="519" name="Google Shape;519;p35"/>
          <p:cNvSpPr txBox="1">
            <a:spLocks noGrp="1"/>
          </p:cNvSpPr>
          <p:nvPr>
            <p:ph type="body" idx="1"/>
          </p:nvPr>
        </p:nvSpPr>
        <p:spPr>
          <a:xfrm>
            <a:off x="412750" y="1595437"/>
            <a:ext cx="92789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Using a symbolic debugger: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Values of different variables can be easily checked and modified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Single stepping to execute one instruction at a time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Break points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watch points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set to test the values of variables.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Backtracking</a:t>
            </a:r>
            <a:endParaRPr/>
          </a:p>
        </p:txBody>
      </p:sp>
      <p:sp>
        <p:nvSpPr>
          <p:cNvPr id="526" name="Google Shape;526;p36"/>
          <p:cNvSpPr txBox="1">
            <a:spLocks noGrp="1"/>
          </p:cNvSpPr>
          <p:nvPr>
            <p:ph type="body" idx="1"/>
          </p:nvPr>
        </p:nvSpPr>
        <p:spPr>
          <a:xfrm>
            <a:off x="488950" y="1595437"/>
            <a:ext cx="8834437" cy="517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is a fairly common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approach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 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Beginning at the statement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where an error symptom has been observed: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Source code is traced backwards until the error is discovered.</a:t>
            </a:r>
            <a:r>
              <a:rPr lang="en-US" sz="40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7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533" name="Google Shape;533;p37"/>
          <p:cNvSpPr txBox="1"/>
          <p:nvPr/>
        </p:nvSpPr>
        <p:spPr>
          <a:xfrm>
            <a:off x="2520950" y="1595437"/>
            <a:ext cx="3525837" cy="4643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int main(){</a:t>
            </a:r>
            <a:b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int i,j,s;</a:t>
            </a:r>
            <a:endParaRPr/>
          </a:p>
          <a:p>
            <a:pPr marL="0" marR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i=1;</a:t>
            </a:r>
            <a:endParaRPr/>
          </a:p>
          <a:p>
            <a:pPr marL="0" marR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while(i&lt;=10){</a:t>
            </a:r>
            <a:b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s=s+i;</a:t>
            </a:r>
            <a:b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i++; j=j++;}</a:t>
            </a:r>
            <a:endParaRPr/>
          </a:p>
          <a:p>
            <a:pPr marL="0" marR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printf(“%d”,s);</a:t>
            </a:r>
            <a:endParaRPr/>
          </a:p>
          <a:p>
            <a:pPr marL="0" marR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Backtracking</a:t>
            </a:r>
            <a:endParaRPr/>
          </a:p>
        </p:txBody>
      </p:sp>
      <p:sp>
        <p:nvSpPr>
          <p:cNvPr id="540" name="Google Shape;540;p38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Unfortunately, as the number of source lines to be traced back increases,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number of potential backward paths increases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becomes unmanageably large  for complex programs</a:t>
            </a:r>
            <a:r>
              <a:rPr lang="en-US" sz="32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Cause-elimination method</a:t>
            </a:r>
            <a:endParaRPr/>
          </a:p>
        </p:txBody>
      </p:sp>
      <p:sp>
        <p:nvSpPr>
          <p:cNvPr id="547" name="Google Shape;547;p39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5502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Determine a list of causes: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which could possibly have contributed to the error symptom.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tests are conducted to eliminate each.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related technique of identifying error by examining error symptoms: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software fault tree analysis.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Slicing</a:t>
            </a:r>
            <a:endParaRPr/>
          </a:p>
        </p:txBody>
      </p:sp>
      <p:sp>
        <p:nvSpPr>
          <p:cNvPr id="554" name="Google Shape;554;p40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502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technique is similar to back tracking.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search space is reduced by defining slices.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slice is defined for a particular variable at a particular statement: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set of source lines preceding this statement which can influence the value of the variable.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mic Sans MS"/>
              <a:buNone/>
            </a:pPr>
            <a:r>
              <a:rPr lang="en-US" sz="8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561" name="Google Shape;561;p41"/>
          <p:cNvSpPr txBox="1"/>
          <p:nvPr/>
        </p:nvSpPr>
        <p:spPr>
          <a:xfrm>
            <a:off x="2520950" y="1511300"/>
            <a:ext cx="3525837" cy="526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int main(){</a:t>
            </a:r>
            <a:b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3500" b="1" i="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int i</a:t>
            </a: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,s;</a:t>
            </a:r>
            <a:endParaRPr/>
          </a:p>
          <a:p>
            <a:pPr marL="0" marR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3500" b="1" i="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i=1;</a:t>
            </a:r>
            <a:r>
              <a:rPr lang="en-US" sz="3500" b="1" i="0" u="none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s=1;</a:t>
            </a:r>
            <a:endParaRPr/>
          </a:p>
          <a:p>
            <a:pPr marL="0" marR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US" sz="3500" b="1" i="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while(i&lt;=10){</a:t>
            </a:r>
            <a:br>
              <a:rPr lang="en-US" sz="3500" b="1" i="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s=s+i;</a:t>
            </a:r>
            <a:b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lang="en-US" sz="3500" b="1" i="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	i++;}</a:t>
            </a:r>
            <a:endParaRPr/>
          </a:p>
          <a:p>
            <a:pPr marL="0" marR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printf(“%d”,s);</a:t>
            </a:r>
            <a:endParaRPr/>
          </a:p>
          <a:p>
            <a:pPr marL="0" marR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rgbClr val="0000FF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rgbClr val="0000FF"/>
                </a:solidFill>
                <a:latin typeface="Times"/>
                <a:ea typeface="Times"/>
                <a:cs typeface="Times"/>
                <a:sym typeface="Times"/>
              </a:rPr>
              <a:t>printf(“%d”,i);</a:t>
            </a:r>
            <a:endParaRPr/>
          </a:p>
          <a:p>
            <a:pPr marL="0" marR="0" lvl="0" indent="0" algn="l" rtl="0">
              <a:lnSpc>
                <a:spcPct val="8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Times"/>
              <a:buNone/>
            </a:pPr>
            <a:r>
              <a:rPr lang="en-US" sz="35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}</a:t>
            </a:r>
            <a:endParaRPr/>
          </a:p>
        </p:txBody>
      </p:sp>
      <p:cxnSp>
        <p:nvCxnSpPr>
          <p:cNvPr id="562" name="Google Shape;562;p41"/>
          <p:cNvCxnSpPr/>
          <p:nvPr/>
        </p:nvCxnSpPr>
        <p:spPr>
          <a:xfrm rot="10800000">
            <a:off x="5711825" y="5711825"/>
            <a:ext cx="1765300" cy="0"/>
          </a:xfrm>
          <a:prstGeom prst="straightConnector1">
            <a:avLst/>
          </a:prstGeom>
          <a:noFill/>
          <a:ln w="38150" cap="flat" cmpd="sng">
            <a:solidFill>
              <a:srgbClr val="FFFFFF"/>
            </a:solidFill>
            <a:prstDash val="solid"/>
            <a:miter lim="800000"/>
            <a:headEnd type="none" w="med" len="med"/>
            <a:tailEnd type="triangle" w="lg" len="lg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Debugging Guidelines</a:t>
            </a:r>
            <a:endParaRPr/>
          </a:p>
        </p:txBody>
      </p:sp>
      <p:sp>
        <p:nvSpPr>
          <p:cNvPr id="569" name="Google Shape;569;p4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Debugging usually requires a thorough understanding of the program design.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Debugging may sometimes require full redesign of the system. 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common mistake novice programmers often make: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fixing the error but the error  symptoms.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Debugging Guidelines</a:t>
            </a:r>
            <a:endParaRPr/>
          </a:p>
        </p:txBody>
      </p:sp>
      <p:sp>
        <p:nvSpPr>
          <p:cNvPr id="576" name="Google Shape;576;p43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 aware of the possibility: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error correction may introduce new errors.</a:t>
            </a:r>
            <a:r>
              <a:rPr lang="en-US" sz="36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 every round of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error-fixing: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regression testing  must be carried out.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Analysis Tools</a:t>
            </a:r>
            <a:endParaRPr/>
          </a:p>
        </p:txBody>
      </p:sp>
      <p:sp>
        <p:nvSpPr>
          <p:cNvPr id="583" name="Google Shape;583;p44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67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automated tool: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takes program source code as input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produces reports regarding several important characteristics of the program,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such as size, complexity, adequacy of commenting, adherence to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programming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standards, etc. 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 Analysis Tools</a:t>
            </a:r>
            <a:endParaRPr/>
          </a:p>
        </p:txBody>
      </p:sp>
      <p:sp>
        <p:nvSpPr>
          <p:cNvPr id="590" name="Google Shape;590;p45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 program analysis tools: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Produce reports regarding the adequacy of the test cases.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essentially two categories of program analysis tools: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Static analysis tools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analysis tools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Static Analysis Tools</a:t>
            </a:r>
            <a:endParaRPr/>
          </a:p>
        </p:txBody>
      </p:sp>
      <p:sp>
        <p:nvSpPr>
          <p:cNvPr id="597" name="Google Shape;597;p4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Static analysis tools: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Assess properties of a program without executing it.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Analyze the source code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 analytical conclusions.</a:t>
            </a:r>
            <a:r>
              <a:rPr lang="en-US" sz="36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8788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Static Analysis Tools</a:t>
            </a:r>
            <a:endParaRPr/>
          </a:p>
        </p:txBody>
      </p:sp>
      <p:sp>
        <p:nvSpPr>
          <p:cNvPr id="604" name="Google Shape;604;p47"/>
          <p:cNvSpPr txBox="1">
            <a:spLocks noGrp="1"/>
          </p:cNvSpPr>
          <p:nvPr>
            <p:ph type="body" idx="1"/>
          </p:nvPr>
        </p:nvSpPr>
        <p:spPr>
          <a:xfrm>
            <a:off x="504825" y="1606550"/>
            <a:ext cx="9255125" cy="48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Whether coding standards have been adhered to?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Commenting is adequate?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Programming errors such as: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uninitialized variables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mismatch between actual and formal parameters.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Variables declared but never used, etc.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Static Analysis Tools</a:t>
            </a:r>
            <a:endParaRPr/>
          </a:p>
        </p:txBody>
      </p:sp>
      <p:sp>
        <p:nvSpPr>
          <p:cNvPr id="611" name="Google Shape;611;p48"/>
          <p:cNvSpPr txBox="1">
            <a:spLocks noGrp="1"/>
          </p:cNvSpPr>
          <p:nvPr>
            <p:ph type="body" idx="1"/>
          </p:nvPr>
        </p:nvSpPr>
        <p:spPr>
          <a:xfrm>
            <a:off x="460375" y="1708150"/>
            <a:ext cx="91979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Code walk through and inspection can also be considered as static analysis methods: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the term </a:t>
            </a:r>
            <a:r>
              <a:rPr lang="en-US" sz="4000" b="1" i="0" u="sng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static program analysis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generally used for automated analysis tools.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Analysis Tools</a:t>
            </a:r>
            <a:endParaRPr/>
          </a:p>
        </p:txBody>
      </p:sp>
      <p:sp>
        <p:nvSpPr>
          <p:cNvPr id="618" name="Google Shape;618;p49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program analysis tools require the program to be executed: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its behavior recorded.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Produce reports such as adequacy of test cases.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50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</a:t>
            </a:r>
            <a:endParaRPr/>
          </a:p>
        </p:txBody>
      </p:sp>
      <p:sp>
        <p:nvSpPr>
          <p:cNvPr id="625" name="Google Shape;625;p5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aim of testing  is to identify all defects in a software product. 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in practice even after thorough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one cannot  guarantee that the software is error-free. 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1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</a:t>
            </a:r>
            <a:endParaRPr/>
          </a:p>
        </p:txBody>
      </p:sp>
      <p:sp>
        <p:nvSpPr>
          <p:cNvPr id="632" name="Google Shape;632;p51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input data domain of most software products is very large: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not practical to test the software exhaustively with each input data value.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52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</a:t>
            </a:r>
            <a:endParaRPr/>
          </a:p>
        </p:txBody>
      </p:sp>
      <p:sp>
        <p:nvSpPr>
          <p:cNvPr id="639" name="Google Shape;639;p52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does however expose many errors: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provides a practical way of reducing defects in a system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Increases the users' confidence in a developed system.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53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mic Sans MS"/>
              <a:buNone/>
            </a:pPr>
            <a:r>
              <a:rPr lang="en-US" sz="8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</a:t>
            </a:r>
            <a:endParaRPr/>
          </a:p>
        </p:txBody>
      </p:sp>
      <p:sp>
        <p:nvSpPr>
          <p:cNvPr id="646" name="Google Shape;646;p53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649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is an important development  phase: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requires the maximum effort among all development phases.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a typical </a:t>
            </a:r>
            <a:r>
              <a:rPr lang="en-US" sz="3200" b="1" i="0" u="sng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development organization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maximum number of software engineers can be found to be engaged in testing activities.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4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mic Sans MS"/>
              <a:buNone/>
            </a:pPr>
            <a:r>
              <a:rPr lang="en-US" sz="8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</a:t>
            </a:r>
            <a:endParaRPr/>
          </a:p>
        </p:txBody>
      </p:sp>
      <p:sp>
        <p:nvSpPr>
          <p:cNvPr id="653" name="Google Shape;653;p54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Many engineers have the wrong impression: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is a secondary activity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intellectually not as stimulating as the other development activities, etc.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5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</a:t>
            </a:r>
            <a:endParaRPr/>
          </a:p>
        </p:txBody>
      </p:sp>
      <p:sp>
        <p:nvSpPr>
          <p:cNvPr id="660" name="Google Shape;660;p55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517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a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software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product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in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fact: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much challenging as initial development activities such as specification, design, and coding. 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Also, testing involves a lot of creative thinking.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6"/>
          <p:cNvSpPr txBox="1">
            <a:spLocks noGrp="1"/>
          </p:cNvSpPr>
          <p:nvPr>
            <p:ph type="title"/>
          </p:nvPr>
        </p:nvSpPr>
        <p:spPr>
          <a:xfrm>
            <a:off x="447675" y="225425"/>
            <a:ext cx="8567737" cy="1414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100"/>
              <a:buFont typeface="Comic Sans MS"/>
              <a:buNone/>
            </a:pPr>
            <a:r>
              <a:rPr lang="en-US" sz="71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</a:t>
            </a:r>
            <a:endParaRPr/>
          </a:p>
        </p:txBody>
      </p:sp>
      <p:sp>
        <p:nvSpPr>
          <p:cNvPr id="667" name="Google Shape;667;p56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Software products are tested at three levels: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Unit testing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testing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5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Unit testing</a:t>
            </a:r>
            <a:endParaRPr/>
          </a:p>
        </p:txBody>
      </p:sp>
      <p:sp>
        <p:nvSpPr>
          <p:cNvPr id="674" name="Google Shape;674;p57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794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During unit testing, modules are tested in isolation: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all modules were to be tested together: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may not be easy to determine which module has the error.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Unit testing</a:t>
            </a:r>
            <a:endParaRPr/>
          </a:p>
        </p:txBody>
      </p:sp>
      <p:sp>
        <p:nvSpPr>
          <p:cNvPr id="681" name="Google Shape;681;p58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5068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Unit testing 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reduces debugging effort several folds.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Programmers carry out unit testing immediately after they complete the coding of a module. 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testing</a:t>
            </a:r>
            <a:endParaRPr/>
          </a:p>
        </p:txBody>
      </p:sp>
      <p:sp>
        <p:nvSpPr>
          <p:cNvPr id="688" name="Google Shape;688;p59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63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 different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modules of a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have been coded and  unit tested: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modules are integrated in steps according to an integration plan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partially integrated system is tested at each integration step.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mic Sans MS"/>
              <a:buNone/>
            </a:pPr>
            <a:r>
              <a:rPr lang="en-US" sz="8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</a:t>
            </a:r>
            <a:endParaRPr/>
          </a:p>
        </p:txBody>
      </p:sp>
      <p:sp>
        <p:nvSpPr>
          <p:cNvPr id="695" name="Google Shape;695;p6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Noto Sans Symbols"/>
              <a:buChar char="●"/>
            </a:pPr>
            <a:r>
              <a:rPr lang="en-US" sz="4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 involves: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Noto Sans Symbols"/>
              <a:buChar char="–"/>
            </a:pPr>
            <a:r>
              <a:rPr lang="en-US" sz="4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validating a fully developed system against its requirements.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6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Testing</a:t>
            </a:r>
            <a:endParaRPr/>
          </a:p>
        </p:txBody>
      </p:sp>
      <p:sp>
        <p:nvSpPr>
          <p:cNvPr id="702" name="Google Shape;702;p61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 the integration plan by examining the structure chart 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 bang approach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top-down approach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bottom-up approach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mixed approach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6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Example Structured Design</a:t>
            </a:r>
            <a:endParaRPr/>
          </a:p>
        </p:txBody>
      </p:sp>
      <p:sp>
        <p:nvSpPr>
          <p:cNvPr id="709" name="Google Shape;709;p62"/>
          <p:cNvSpPr txBox="1"/>
          <p:nvPr/>
        </p:nvSpPr>
        <p:spPr>
          <a:xfrm>
            <a:off x="4537075" y="1847850"/>
            <a:ext cx="2097087" cy="50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"/>
              <a:buNone/>
            </a:pPr>
            <a:r>
              <a:rPr lang="en-US" sz="26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root</a:t>
            </a:r>
            <a:endParaRPr/>
          </a:p>
        </p:txBody>
      </p:sp>
      <p:sp>
        <p:nvSpPr>
          <p:cNvPr id="710" name="Google Shape;710;p62"/>
          <p:cNvSpPr txBox="1"/>
          <p:nvPr/>
        </p:nvSpPr>
        <p:spPr>
          <a:xfrm>
            <a:off x="1428750" y="3443287"/>
            <a:ext cx="2097087" cy="43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Get-good-data</a:t>
            </a:r>
            <a:endParaRPr/>
          </a:p>
        </p:txBody>
      </p:sp>
      <p:sp>
        <p:nvSpPr>
          <p:cNvPr id="711" name="Google Shape;711;p62"/>
          <p:cNvSpPr txBox="1"/>
          <p:nvPr/>
        </p:nvSpPr>
        <p:spPr>
          <a:xfrm>
            <a:off x="3779837" y="3443287"/>
            <a:ext cx="2655887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</a:pPr>
            <a:r>
              <a:rPr lang="en-US" sz="20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Compute-solution</a:t>
            </a:r>
            <a:endParaRPr/>
          </a:p>
        </p:txBody>
      </p:sp>
      <p:sp>
        <p:nvSpPr>
          <p:cNvPr id="712" name="Google Shape;712;p62"/>
          <p:cNvSpPr txBox="1"/>
          <p:nvPr/>
        </p:nvSpPr>
        <p:spPr>
          <a:xfrm>
            <a:off x="6300787" y="3443287"/>
            <a:ext cx="2265362" cy="43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"/>
              <a:buNone/>
            </a:pPr>
            <a:r>
              <a:rPr lang="en-US" sz="20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Display-solution</a:t>
            </a:r>
            <a:endParaRPr/>
          </a:p>
        </p:txBody>
      </p:sp>
      <p:sp>
        <p:nvSpPr>
          <p:cNvPr id="713" name="Google Shape;713;p62"/>
          <p:cNvSpPr txBox="1"/>
          <p:nvPr/>
        </p:nvSpPr>
        <p:spPr>
          <a:xfrm>
            <a:off x="755650" y="4872037"/>
            <a:ext cx="1677987" cy="434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Get-data</a:t>
            </a:r>
            <a:endParaRPr/>
          </a:p>
        </p:txBody>
      </p:sp>
      <p:sp>
        <p:nvSpPr>
          <p:cNvPr id="714" name="Google Shape;714;p62"/>
          <p:cNvSpPr txBox="1"/>
          <p:nvPr/>
        </p:nvSpPr>
        <p:spPr>
          <a:xfrm>
            <a:off x="2520950" y="4721225"/>
            <a:ext cx="1677987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Validate-data</a:t>
            </a:r>
            <a:endParaRPr/>
          </a:p>
        </p:txBody>
      </p:sp>
      <p:sp>
        <p:nvSpPr>
          <p:cNvPr id="715" name="Google Shape;715;p62"/>
          <p:cNvSpPr/>
          <p:nvPr/>
        </p:nvSpPr>
        <p:spPr>
          <a:xfrm>
            <a:off x="4452937" y="1847850"/>
            <a:ext cx="922337" cy="585787"/>
          </a:xfrm>
          <a:prstGeom prst="roundRect">
            <a:avLst>
              <a:gd name="adj" fmla="val 64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6" name="Google Shape;716;p62"/>
          <p:cNvSpPr/>
          <p:nvPr/>
        </p:nvSpPr>
        <p:spPr>
          <a:xfrm>
            <a:off x="3779837" y="3359150"/>
            <a:ext cx="2266950" cy="587375"/>
          </a:xfrm>
          <a:prstGeom prst="roundRect">
            <a:avLst>
              <a:gd name="adj" fmla="val 64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7" name="Google Shape;717;p62"/>
          <p:cNvSpPr/>
          <p:nvPr/>
        </p:nvSpPr>
        <p:spPr>
          <a:xfrm>
            <a:off x="6216650" y="3359150"/>
            <a:ext cx="2265362" cy="587375"/>
          </a:xfrm>
          <a:prstGeom prst="roundRect">
            <a:avLst>
              <a:gd name="adj" fmla="val 64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8" name="Google Shape;718;p62"/>
          <p:cNvSpPr/>
          <p:nvPr/>
        </p:nvSpPr>
        <p:spPr>
          <a:xfrm>
            <a:off x="1260475" y="3359150"/>
            <a:ext cx="2265362" cy="587375"/>
          </a:xfrm>
          <a:prstGeom prst="roundRect">
            <a:avLst>
              <a:gd name="adj" fmla="val 64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9" name="Google Shape;719;p62"/>
          <p:cNvSpPr/>
          <p:nvPr/>
        </p:nvSpPr>
        <p:spPr>
          <a:xfrm>
            <a:off x="839787" y="4787900"/>
            <a:ext cx="1427162" cy="669925"/>
          </a:xfrm>
          <a:prstGeom prst="roundRect">
            <a:avLst>
              <a:gd name="adj" fmla="val 56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0" name="Google Shape;720;p62"/>
          <p:cNvSpPr/>
          <p:nvPr/>
        </p:nvSpPr>
        <p:spPr>
          <a:xfrm>
            <a:off x="2603500" y="4787900"/>
            <a:ext cx="1427162" cy="669925"/>
          </a:xfrm>
          <a:prstGeom prst="roundRect">
            <a:avLst>
              <a:gd name="adj" fmla="val 56"/>
            </a:avLst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21" name="Google Shape;721;p62"/>
          <p:cNvCxnSpPr/>
          <p:nvPr/>
        </p:nvCxnSpPr>
        <p:spPr>
          <a:xfrm flipH="1">
            <a:off x="2352675" y="2435225"/>
            <a:ext cx="2184400" cy="923925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722" name="Google Shape;722;p62"/>
          <p:cNvCxnSpPr/>
          <p:nvPr/>
        </p:nvCxnSpPr>
        <p:spPr>
          <a:xfrm flipH="1">
            <a:off x="1512887" y="3948112"/>
            <a:ext cx="839787" cy="839787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723" name="Google Shape;723;p62"/>
          <p:cNvCxnSpPr/>
          <p:nvPr/>
        </p:nvCxnSpPr>
        <p:spPr>
          <a:xfrm>
            <a:off x="4872037" y="2435225"/>
            <a:ext cx="0" cy="923925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724" name="Google Shape;724;p62"/>
          <p:cNvCxnSpPr/>
          <p:nvPr/>
        </p:nvCxnSpPr>
        <p:spPr>
          <a:xfrm>
            <a:off x="5292725" y="2435225"/>
            <a:ext cx="2016125" cy="923925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725" name="Google Shape;725;p62"/>
          <p:cNvCxnSpPr/>
          <p:nvPr/>
        </p:nvCxnSpPr>
        <p:spPr>
          <a:xfrm>
            <a:off x="2603500" y="3948112"/>
            <a:ext cx="673100" cy="839787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sp>
        <p:nvSpPr>
          <p:cNvPr id="726" name="Google Shape;726;p62"/>
          <p:cNvSpPr txBox="1"/>
          <p:nvPr/>
        </p:nvSpPr>
        <p:spPr>
          <a:xfrm>
            <a:off x="1931987" y="2501900"/>
            <a:ext cx="2098675" cy="43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Valid-numbers</a:t>
            </a:r>
            <a:endParaRPr/>
          </a:p>
        </p:txBody>
      </p:sp>
      <p:cxnSp>
        <p:nvCxnSpPr>
          <p:cNvPr id="727" name="Google Shape;727;p62"/>
          <p:cNvCxnSpPr/>
          <p:nvPr/>
        </p:nvCxnSpPr>
        <p:spPr>
          <a:xfrm rot="10800000" flipH="1">
            <a:off x="3529012" y="2855912"/>
            <a:ext cx="503237" cy="168275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sp>
        <p:nvSpPr>
          <p:cNvPr id="728" name="Google Shape;728;p62"/>
          <p:cNvSpPr txBox="1"/>
          <p:nvPr/>
        </p:nvSpPr>
        <p:spPr>
          <a:xfrm>
            <a:off x="3948112" y="2838450"/>
            <a:ext cx="209867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"/>
              <a:buNone/>
            </a:pPr>
            <a:r>
              <a:rPr lang="en-US" sz="18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Valid-numbers</a:t>
            </a:r>
            <a:endParaRPr/>
          </a:p>
        </p:txBody>
      </p:sp>
      <p:cxnSp>
        <p:nvCxnSpPr>
          <p:cNvPr id="729" name="Google Shape;729;p62"/>
          <p:cNvCxnSpPr/>
          <p:nvPr/>
        </p:nvCxnSpPr>
        <p:spPr>
          <a:xfrm>
            <a:off x="4787900" y="2519362"/>
            <a:ext cx="0" cy="420687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  <p:cxnSp>
        <p:nvCxnSpPr>
          <p:cNvPr id="730" name="Google Shape;730;p62"/>
          <p:cNvCxnSpPr/>
          <p:nvPr/>
        </p:nvCxnSpPr>
        <p:spPr>
          <a:xfrm>
            <a:off x="4956175" y="2519362"/>
            <a:ext cx="0" cy="420687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triangle" w="lg" len="lg"/>
            <a:tailEnd type="none" w="med" len="med"/>
          </a:ln>
        </p:spPr>
      </p:cxnSp>
      <p:sp>
        <p:nvSpPr>
          <p:cNvPr id="731" name="Google Shape;731;p62"/>
          <p:cNvSpPr txBox="1"/>
          <p:nvPr/>
        </p:nvSpPr>
        <p:spPr>
          <a:xfrm>
            <a:off x="4956175" y="2435225"/>
            <a:ext cx="2098675" cy="43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rms</a:t>
            </a:r>
            <a:endParaRPr/>
          </a:p>
        </p:txBody>
      </p:sp>
      <p:sp>
        <p:nvSpPr>
          <p:cNvPr id="732" name="Google Shape;732;p62"/>
          <p:cNvSpPr txBox="1"/>
          <p:nvPr/>
        </p:nvSpPr>
        <p:spPr>
          <a:xfrm>
            <a:off x="6469062" y="2603500"/>
            <a:ext cx="2097087" cy="436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"/>
              <a:buNone/>
            </a:pPr>
            <a:r>
              <a:rPr lang="en-US" sz="2200" b="1" i="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rms</a:t>
            </a:r>
            <a:endParaRPr/>
          </a:p>
        </p:txBody>
      </p:sp>
      <p:cxnSp>
        <p:nvCxnSpPr>
          <p:cNvPr id="733" name="Google Shape;733;p62"/>
          <p:cNvCxnSpPr/>
          <p:nvPr/>
        </p:nvCxnSpPr>
        <p:spPr>
          <a:xfrm>
            <a:off x="6048375" y="2603500"/>
            <a:ext cx="504825" cy="252412"/>
          </a:xfrm>
          <a:prstGeom prst="straightConnector1">
            <a:avLst/>
          </a:prstGeom>
          <a:noFill/>
          <a:ln w="38150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lg" len="lg"/>
          </a:ln>
        </p:spPr>
      </p:cxn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6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 Bang Integration Testing</a:t>
            </a:r>
            <a:endParaRPr/>
          </a:p>
        </p:txBody>
      </p:sp>
      <p:sp>
        <p:nvSpPr>
          <p:cNvPr id="740" name="Google Shape;740;p63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63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 bang approach is the simplest integration testing approach: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the modules are simply put together and tested.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technique is used only for very small systems. 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omic Sans MS"/>
              <a:buNone/>
            </a:pPr>
            <a:r>
              <a:rPr lang="en-US" sz="4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Big Bang Integration Testing</a:t>
            </a:r>
            <a:endParaRPr/>
          </a:p>
        </p:txBody>
      </p:sp>
      <p:sp>
        <p:nvSpPr>
          <p:cNvPr id="747" name="Google Shape;747;p64"/>
          <p:cNvSpPr txBox="1">
            <a:spLocks noGrp="1"/>
          </p:cNvSpPr>
          <p:nvPr>
            <p:ph type="body" idx="1"/>
          </p:nvPr>
        </p:nvSpPr>
        <p:spPr>
          <a:xfrm>
            <a:off x="349250" y="1595437"/>
            <a:ext cx="9494837" cy="45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Main problems with this approach: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an error is found: 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very difficult to localize the error</a:t>
            </a:r>
            <a:endParaRPr/>
          </a:p>
          <a:p>
            <a:pPr marL="1290637" marR="0" lvl="2" indent="-212724" algn="l" rtl="0">
              <a:lnSpc>
                <a:spcPct val="94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error may potentially belong to any of the modules being integrated.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Debugging errors found during big bang integration testing are very expensive to fix.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Bottom-up Integration Testing</a:t>
            </a:r>
            <a:endParaRPr/>
          </a:p>
        </p:txBody>
      </p:sp>
      <p:sp>
        <p:nvSpPr>
          <p:cNvPr id="754" name="Google Shape;754;p65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Integrate and test the bottom level modules first.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disadvantage of bottom-up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the system is made up of a large number of small subsystems.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extreme case corresponds to the big bang approach.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Top-down integration testing</a:t>
            </a:r>
            <a:endParaRPr/>
          </a:p>
        </p:txBody>
      </p:sp>
      <p:sp>
        <p:nvSpPr>
          <p:cNvPr id="761" name="Google Shape;761;p6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Top-down integration testing starts with the main routine: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 one or two subordinate routines in the system.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After the top-level 'skeleton’ has been tested: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immediate subordinate modules of the 'skeleton’ are combined with it and tested.  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7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Mixed Integration Testing</a:t>
            </a:r>
            <a:endParaRPr/>
          </a:p>
        </p:txBody>
      </p:sp>
      <p:sp>
        <p:nvSpPr>
          <p:cNvPr id="768" name="Google Shape;768;p6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Mixed (or sandwiched) integration testing: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uses both top-down and bottom-up testing approaches.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Most common approach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6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Testing</a:t>
            </a:r>
            <a:endParaRPr/>
          </a:p>
        </p:txBody>
      </p:sp>
      <p:sp>
        <p:nvSpPr>
          <p:cNvPr id="775" name="Google Shape;775;p68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4697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top-down approach: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waits till all top-level modules are coded and unit tested.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bottom-up approach: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can start only after bottom level modules are ready.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mic Sans MS"/>
              <a:buNone/>
            </a:pPr>
            <a:r>
              <a:rPr lang="en-US" sz="72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</a:t>
            </a:r>
            <a:endParaRPr/>
          </a:p>
        </p:txBody>
      </p:sp>
      <p:sp>
        <p:nvSpPr>
          <p:cNvPr id="782" name="Google Shape;782;p69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three main kinds of system testing: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Alpha Testing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Beta Testing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Acceptance Testing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70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mic Sans MS"/>
              <a:buNone/>
            </a:pPr>
            <a:r>
              <a:rPr lang="en-US" sz="8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Alpha Testing</a:t>
            </a:r>
            <a:endParaRPr/>
          </a:p>
        </p:txBody>
      </p:sp>
      <p:sp>
        <p:nvSpPr>
          <p:cNvPr id="789" name="Google Shape;789;p70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 is carried out by the test team within the developing organization.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71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Comic Sans MS"/>
              <a:buNone/>
            </a:pPr>
            <a:r>
              <a:rPr lang="en-US" sz="88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Beta Testing</a:t>
            </a:r>
            <a:endParaRPr/>
          </a:p>
        </p:txBody>
      </p:sp>
      <p:sp>
        <p:nvSpPr>
          <p:cNvPr id="796" name="Google Shape;796;p71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 performed by a select group of friendly customers.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72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Acceptance Testing</a:t>
            </a:r>
            <a:endParaRPr/>
          </a:p>
        </p:txBody>
      </p:sp>
      <p:sp>
        <p:nvSpPr>
          <p:cNvPr id="803" name="Google Shape;803;p72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testing performed by the customer himself: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determine whether the system should be accepted or rejected.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3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mic Sans MS"/>
              <a:buNone/>
            </a:pPr>
            <a:r>
              <a:rPr lang="en-US" sz="8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</a:t>
            </a:r>
            <a:endParaRPr/>
          </a:p>
        </p:txBody>
      </p:sp>
      <p:sp>
        <p:nvSpPr>
          <p:cNvPr id="810" name="Google Shape;810;p73"/>
          <p:cNvSpPr txBox="1">
            <a:spLocks noGrp="1"/>
          </p:cNvSpPr>
          <p:nvPr>
            <p:ph type="body" idx="1"/>
          </p:nvPr>
        </p:nvSpPr>
        <p:spPr>
          <a:xfrm>
            <a:off x="504825" y="2079625"/>
            <a:ext cx="9013825" cy="4632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Stress testing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aka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endurance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):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impose abnormal input to stress the capabilities of the software.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Input data volume, input data rate, processing time, utilization of memory, etc.  are tested beyond the designed capacity. 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4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omic Sans MS"/>
              <a:buNone/>
            </a:pPr>
            <a:r>
              <a:rPr lang="en-US" sz="54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Many Errors are Still Remaining?</a:t>
            </a:r>
            <a:endParaRPr/>
          </a:p>
        </p:txBody>
      </p:sp>
      <p:sp>
        <p:nvSpPr>
          <p:cNvPr id="817" name="Google Shape;817;p74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Seed the code with some known errors: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artificial errors are introduced into the program.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Check how many of the 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seeded </a:t>
            </a: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errors are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detected during 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75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Error Seeding</a:t>
            </a:r>
            <a:endParaRPr/>
          </a:p>
        </p:txBody>
      </p:sp>
      <p:sp>
        <p:nvSpPr>
          <p:cNvPr id="824" name="Google Shape;824;p75"/>
          <p:cNvSpPr txBox="1">
            <a:spLocks noGrp="1"/>
          </p:cNvSpPr>
          <p:nvPr>
            <p:ph type="body" idx="1"/>
          </p:nvPr>
        </p:nvSpPr>
        <p:spPr>
          <a:xfrm>
            <a:off x="755650" y="1595437"/>
            <a:ext cx="8567737" cy="543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Let: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be the total number of errors in the system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of these errors be found by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testing.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 be the total number of seeded errors,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 of the seeded errors be found during testing.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76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Error Seeding</a:t>
            </a:r>
            <a:endParaRPr/>
          </a:p>
        </p:txBody>
      </p:sp>
      <p:sp>
        <p:nvSpPr>
          <p:cNvPr id="831" name="Google Shape;831;p76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n/N = s/S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 = S </a:t>
            </a:r>
            <a:r>
              <a:rPr lang="en-US" sz="5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n/s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remaining  defects: </a:t>
            </a:r>
            <a:b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N - n = n </a:t>
            </a:r>
            <a:r>
              <a:rPr lang="en-US" sz="5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((S - s)/ s)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77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endParaRPr/>
          </a:p>
        </p:txBody>
      </p:sp>
      <p:sp>
        <p:nvSpPr>
          <p:cNvPr id="838" name="Google Shape;838;p77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100 errors were introduced.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90 of these errors were found during testing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50 other errors were also found.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Remaining errors= </a:t>
            </a:r>
            <a:b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50 </a:t>
            </a:r>
            <a:r>
              <a:rPr lang="en-US" sz="5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(100-90)/90 = 6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8"/>
          <p:cNvSpPr txBox="1">
            <a:spLocks noGrp="1"/>
          </p:cNvSpPr>
          <p:nvPr>
            <p:ph type="title"/>
          </p:nvPr>
        </p:nvSpPr>
        <p:spPr>
          <a:xfrm>
            <a:off x="739775" y="182562"/>
            <a:ext cx="8599487" cy="125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mic Sans MS"/>
              <a:buNone/>
            </a:pPr>
            <a:r>
              <a:rPr lang="en-US" sz="60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Error Seeding</a:t>
            </a:r>
            <a:endParaRPr/>
          </a:p>
        </p:txBody>
      </p:sp>
      <p:sp>
        <p:nvSpPr>
          <p:cNvPr id="845" name="Google Shape;845;p78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 kind of seeded errors should match  closely with existing errors: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it is difficult to predict the types of errors that exist.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Categories of  remaining errors: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–"/>
            </a:pP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be estimated by analyzing historical data from similar projects</a:t>
            </a:r>
            <a:r>
              <a:rPr lang="en-US" sz="3200" b="1" i="0" u="none" strike="noStrike" cap="none">
                <a:solidFill>
                  <a:srgbClr val="FFFF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9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852" name="Google Shape;852;p79"/>
          <p:cNvSpPr txBox="1">
            <a:spLocks noGrp="1"/>
          </p:cNvSpPr>
          <p:nvPr>
            <p:ph type="body" idx="1"/>
          </p:nvPr>
        </p:nvSpPr>
        <p:spPr>
          <a:xfrm>
            <a:off x="739775" y="1708150"/>
            <a:ext cx="8601075" cy="497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0"/>
              <a:buFont typeface="Noto Sans Symbols"/>
              <a:buChar char="●"/>
            </a:pPr>
            <a:r>
              <a:rPr lang="en-US" sz="44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Exhaustive testing of almost any non-trivial system is impractical.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Noto Sans Symbols"/>
              <a:buChar char="–"/>
            </a:pP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need to design an </a:t>
            </a:r>
            <a:r>
              <a:rPr lang="en-US" sz="4000" b="1" i="0" u="sng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optimal test suite</a:t>
            </a:r>
            <a:r>
              <a:rPr lang="en-US" sz="40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that would expose as many errors as possible. 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80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859" name="Google Shape;859;p80"/>
          <p:cNvSpPr txBox="1">
            <a:spLocks noGrp="1"/>
          </p:cNvSpPr>
          <p:nvPr>
            <p:ph type="body" idx="1"/>
          </p:nvPr>
        </p:nvSpPr>
        <p:spPr>
          <a:xfrm>
            <a:off x="504825" y="1685925"/>
            <a:ext cx="9280525" cy="520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we select test cases randomly: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many of the test cases may not add to the significance of the test suite.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620"/>
              <a:buFont typeface="Noto Sans Symbols"/>
              <a:buChar char="●"/>
            </a:pP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are two</a:t>
            </a: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36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approaches to testing: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black-box testing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white-box testing.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1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866" name="Google Shape;866;p81"/>
          <p:cNvSpPr txBox="1">
            <a:spLocks noGrp="1"/>
          </p:cNvSpPr>
          <p:nvPr>
            <p:ph type="body" idx="1"/>
          </p:nvPr>
        </p:nvSpPr>
        <p:spPr>
          <a:xfrm>
            <a:off x="739775" y="1568450"/>
            <a:ext cx="8982075" cy="5114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Black box testing is also known as </a:t>
            </a:r>
            <a:r>
              <a:rPr lang="en-US" sz="32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functional testing.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Designing black box test cases: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Requires </a:t>
            </a:r>
            <a:r>
              <a:rPr lang="en-US" sz="2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understanding only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24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SRS </a:t>
            </a:r>
            <a:r>
              <a:rPr lang="en-US" sz="28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document 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–"/>
            </a:pPr>
            <a:r>
              <a:rPr lang="en-US" sz="28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not require any knowledge  about  design and code. 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en-US" sz="32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Designing white box testing requires knowledge about design and code.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82"/>
          <p:cNvSpPr txBox="1">
            <a:spLocks noGrp="1"/>
          </p:cNvSpPr>
          <p:nvPr>
            <p:ph type="title"/>
          </p:nvPr>
        </p:nvSpPr>
        <p:spPr>
          <a:xfrm>
            <a:off x="447675" y="242887"/>
            <a:ext cx="8567737" cy="1277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ctr" anchorCtr="0">
            <a:noAutofit/>
          </a:bodyPr>
          <a:lstStyle/>
          <a:p>
            <a:pPr marL="0" lvl="0" indent="0" algn="ctr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omic Sans MS"/>
              <a:buNone/>
            </a:pPr>
            <a:r>
              <a:rPr lang="en-US" sz="6600" b="1" i="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873" name="Google Shape;873;p82"/>
          <p:cNvSpPr txBox="1">
            <a:spLocks noGrp="1"/>
          </p:cNvSpPr>
          <p:nvPr>
            <p:ph type="body" idx="1"/>
          </p:nvPr>
        </p:nvSpPr>
        <p:spPr>
          <a:xfrm>
            <a:off x="755650" y="1511300"/>
            <a:ext cx="8567737" cy="4884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825" tIns="51575" rIns="19825" bIns="51575" anchor="t" anchorCtr="0">
            <a:noAutofit/>
          </a:bodyPr>
          <a:lstStyle/>
          <a:p>
            <a:pPr marL="427037" marR="0" lvl="0" indent="-32226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discussed black-box test case design strategies: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Equivalence partitioning</a:t>
            </a:r>
            <a:endParaRPr/>
          </a:p>
          <a:p>
            <a:pPr marL="858837" marR="0" lvl="1" indent="-285749" algn="l" rtl="0">
              <a:lnSpc>
                <a:spcPct val="94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Noto Sans Symbols"/>
              <a:buChar char="–"/>
            </a:pPr>
            <a:r>
              <a:rPr lang="en-US" sz="3600" b="1" i="0" u="none" strike="noStrike" cap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Boundary value analysis</a:t>
            </a:r>
            <a:endParaRPr/>
          </a:p>
          <a:p>
            <a:pPr marL="427037" marR="0" lvl="0" indent="-322262" algn="l" rtl="0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●"/>
            </a:pPr>
            <a:r>
              <a:rPr lang="en-US" sz="4000" b="1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discussed some important issues in integration and system testing.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CC99"/>
      </a:accent4>
      <a:accent5>
        <a:srgbClr val="3333CC"/>
      </a:accent5>
      <a:accent6>
        <a:srgbClr val="FFFFFF"/>
      </a:accent6>
      <a:hlink>
        <a:srgbClr val="0000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Custom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2729</Words>
  <Application>Microsoft Office PowerPoint</Application>
  <PresentationFormat>Custom</PresentationFormat>
  <Paragraphs>377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Arial</vt:lpstr>
      <vt:lpstr>Comic Sans MS</vt:lpstr>
      <vt:lpstr>Noto Sans Symbols</vt:lpstr>
      <vt:lpstr>Times</vt:lpstr>
      <vt:lpstr>Times New Roman</vt:lpstr>
      <vt:lpstr>Default Design</vt:lpstr>
      <vt:lpstr>Custom Design</vt:lpstr>
      <vt:lpstr>Testing and Debugging       </vt:lpstr>
      <vt:lpstr>How Do You Test a Program?</vt:lpstr>
      <vt:lpstr>How Do You Test a Program?</vt:lpstr>
      <vt:lpstr>How Do You Test a Program?</vt:lpstr>
      <vt:lpstr>Overview of Testing Activities</vt:lpstr>
      <vt:lpstr>Error, Faults, and Failures</vt:lpstr>
      <vt:lpstr>Error, Faults, and Failures</vt:lpstr>
      <vt:lpstr>Test cases and Test suites</vt:lpstr>
      <vt:lpstr>Test cases and Test suites</vt:lpstr>
      <vt:lpstr>Verification versus Validation</vt:lpstr>
      <vt:lpstr>Verification versus Validation</vt:lpstr>
      <vt:lpstr>Design of Test Cases</vt:lpstr>
      <vt:lpstr>Design of Test Cases</vt:lpstr>
      <vt:lpstr>Design of Test Cases</vt:lpstr>
      <vt:lpstr>Design of Test Cases</vt:lpstr>
      <vt:lpstr>Design of Test Cases</vt:lpstr>
      <vt:lpstr>Design of Test Cases</vt:lpstr>
      <vt:lpstr>Black-Box Testing</vt:lpstr>
      <vt:lpstr>White-box Testing</vt:lpstr>
      <vt:lpstr>Black-Box Testing</vt:lpstr>
      <vt:lpstr>Equivalence Class  Partitioning</vt:lpstr>
      <vt:lpstr>Why Define Equivalence Classes?</vt:lpstr>
      <vt:lpstr>Equivalence Class  Partitioning</vt:lpstr>
      <vt:lpstr>Equivalence Class  Partitioning</vt:lpstr>
      <vt:lpstr>Equivalence Class  Partitioning</vt:lpstr>
      <vt:lpstr>Example</vt:lpstr>
      <vt:lpstr> Example (cont.)</vt:lpstr>
      <vt:lpstr>Example (cont.)</vt:lpstr>
      <vt:lpstr>Boundary Value Analysis</vt:lpstr>
      <vt:lpstr>Boundary Value Analysis</vt:lpstr>
      <vt:lpstr>Example</vt:lpstr>
      <vt:lpstr>Debugging</vt:lpstr>
      <vt:lpstr>Brute-Force method</vt:lpstr>
      <vt:lpstr>Symbolic Debugger</vt:lpstr>
      <vt:lpstr>Symbolic Debugger</vt:lpstr>
      <vt:lpstr>Backtracking</vt:lpstr>
      <vt:lpstr>Example</vt:lpstr>
      <vt:lpstr>Backtracking</vt:lpstr>
      <vt:lpstr>Cause-elimination method</vt:lpstr>
      <vt:lpstr>Program Slicing</vt:lpstr>
      <vt:lpstr>Example</vt:lpstr>
      <vt:lpstr>Debugging Guidelines</vt:lpstr>
      <vt:lpstr>Debugging Guidelines</vt:lpstr>
      <vt:lpstr>Program Analysis Tools</vt:lpstr>
      <vt:lpstr>Program Analysis Tools</vt:lpstr>
      <vt:lpstr>Static Analysis Tools</vt:lpstr>
      <vt:lpstr>Static Analysis Tools</vt:lpstr>
      <vt:lpstr>Static Analysis Tools</vt:lpstr>
      <vt:lpstr>Dynamic Analysis Tools</vt:lpstr>
      <vt:lpstr>Testing</vt:lpstr>
      <vt:lpstr>Testing</vt:lpstr>
      <vt:lpstr>Testing</vt:lpstr>
      <vt:lpstr>Testing</vt:lpstr>
      <vt:lpstr>Testing</vt:lpstr>
      <vt:lpstr>Testing</vt:lpstr>
      <vt:lpstr>Testing</vt:lpstr>
      <vt:lpstr>Unit testing</vt:lpstr>
      <vt:lpstr>Unit testing</vt:lpstr>
      <vt:lpstr>Integration testing</vt:lpstr>
      <vt:lpstr>System Testing</vt:lpstr>
      <vt:lpstr>Integration Testing</vt:lpstr>
      <vt:lpstr> Example Structured Design</vt:lpstr>
      <vt:lpstr>Big Bang Integration Testing</vt:lpstr>
      <vt:lpstr>Big Bang Integration Testing</vt:lpstr>
      <vt:lpstr>Bottom-up Integration Testing</vt:lpstr>
      <vt:lpstr>Top-down integration testing</vt:lpstr>
      <vt:lpstr>Mixed Integration Testing</vt:lpstr>
      <vt:lpstr>Integration Testing</vt:lpstr>
      <vt:lpstr>System Testing</vt:lpstr>
      <vt:lpstr>Alpha Testing</vt:lpstr>
      <vt:lpstr>Beta Testing</vt:lpstr>
      <vt:lpstr>Acceptance Testing</vt:lpstr>
      <vt:lpstr>Stress Testing</vt:lpstr>
      <vt:lpstr>How Many Errors are Still Remaining?</vt:lpstr>
      <vt:lpstr>Error Seeding</vt:lpstr>
      <vt:lpstr>Error Seeding</vt:lpstr>
      <vt:lpstr>Example</vt:lpstr>
      <vt:lpstr>Error Seeding</vt:lpstr>
      <vt:lpstr>Summary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106263</cp:lastModifiedBy>
  <cp:revision>1</cp:revision>
  <dcterms:modified xsi:type="dcterms:W3CDTF">2025-09-16T04:31:29Z</dcterms:modified>
</cp:coreProperties>
</file>