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2"/>
  </p:sldMasterIdLst>
  <p:notesMasterIdLst>
    <p:notesMasterId r:id="rId8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</p:sldIdLst>
  <p:sldSz cx="10080625" cy="7559675"/>
  <p:notesSz cx="7010400" cy="9296400"/>
  <p:embeddedFontLst>
    <p:embeddedFont>
      <p:font typeface="Arial Black" panose="020B0A04020102020204" pitchFamily="34" charset="0"/>
      <p:regular r:id="rId86"/>
      <p:bold r:id="rId87"/>
    </p:embeddedFont>
    <p:embeddedFont>
      <p:font typeface="Comic Sans MS" panose="030F0702030302020204" pitchFamily="66" charset="0"/>
      <p:regular r:id="rId88"/>
      <p:bold r:id="rId89"/>
      <p:italic r:id="rId90"/>
      <p:boldItalic r:id="rId91"/>
    </p:embeddedFont>
    <p:embeddedFont>
      <p:font typeface="Times" panose="02020603050405020304" pitchFamily="18" charset="0"/>
      <p:regular r:id="rId92"/>
      <p:bold r:id="rId93"/>
      <p:italic r:id="rId94"/>
      <p:boldItalic r:id="rId9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04">
          <p15:clr>
            <a:srgbClr val="000000"/>
          </p15:clr>
        </p15:guide>
        <p15:guide id="2" pos="200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8Ue9qnAUIsU3UtQCleXsMGsR1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41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504"/>
        <p:guide pos="20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font" Target="fonts/font4.fntdata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font" Target="fonts/font2.fnt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font" Target="fonts/font5.fntdata"/><Relationship Id="rId95" Type="http://schemas.openxmlformats.org/officeDocument/2006/relationships/font" Target="fonts/font10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93" Type="http://schemas.openxmlformats.org/officeDocument/2006/relationships/font" Target="fonts/font8.fntdata"/><Relationship Id="rId98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font" Target="fonts/font3.fntdata"/><Relationship Id="rId91" Type="http://schemas.openxmlformats.org/officeDocument/2006/relationships/font" Target="fonts/font6.fntdata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font" Target="fonts/font1.fntdata"/><Relationship Id="rId94" Type="http://schemas.openxmlformats.org/officeDocument/2006/relationships/font" Target="fonts/font9.fntdata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7112" y="307975"/>
            <a:ext cx="4954587" cy="37163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/>
          <p:nvPr/>
        </p:nvSpPr>
        <p:spPr>
          <a:xfrm>
            <a:off x="515937" y="4387850"/>
            <a:ext cx="5986462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" name="Google Shape;38;p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" name="Google Shape;45;p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" name="Google Shape;52;p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" name="Google Shape;59;p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6" name="Google Shape;66;p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" name="Google Shape;73;p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" name="Google Shape;80;p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7" name="Google Shape;87;p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1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1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1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5" name="Google Shape;115;p1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1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9" name="Google Shape;129;p1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6" name="Google Shape;136;p1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1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1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1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4" name="Google Shape;164;p2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1" name="Google Shape;171;p2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8" name="Google Shape;178;p2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6" name="Google Shape;196;p2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9" name="Google Shape;219;p2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9" name="Google Shape;239;p2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6" name="Google Shape;246;p2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3" name="Google Shape;253;p2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2" name="Google Shape;262;p2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2" name="Google Shape;272;p2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5" name="Google Shape;285;p3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1" name="Google Shape;301;p3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1" name="Google Shape;341;p3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6" name="Google Shape;456;p3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3" name="Google Shape;463;p3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3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0" name="Google Shape;470;p3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3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3" name="Google Shape;483;p3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3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0" name="Google Shape;490;p3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3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7" name="Google Shape;497;p3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4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p4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35" name="Google Shape;535;p4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4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2" name="Google Shape;542;p4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4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9" name="Google Shape;549;p4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4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6" name="Google Shape;556;p4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4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63" name="Google Shape;563;p4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4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0" name="Google Shape;570;p4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4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7" name="Google Shape;577;p4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4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4" name="Google Shape;584;p4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4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1" name="Google Shape;591;p4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4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8" name="Google Shape;598;p5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5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5" name="Google Shape;605;p5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5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12" name="Google Shape;612;p5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5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19" name="Google Shape;619;p5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5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6" name="Google Shape;626;p5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5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3" name="Google Shape;633;p5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5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40" name="Google Shape;640;p5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1" name="Google Shape;641;p5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47" name="Google Shape;647;p5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p5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54" name="Google Shape;654;p5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5" name="Google Shape;655;p5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61" name="Google Shape;661;p5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2" name="Google Shape;662;p5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68" name="Google Shape;668;p6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9" name="Google Shape;669;p6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5" name="Google Shape;675;p6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6" name="Google Shape;676;p6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82" name="Google Shape;682;p6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6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89" name="Google Shape;689;p6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6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6" name="Google Shape;696;p6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6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3" name="Google Shape;703;p6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6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10" name="Google Shape;710;p6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6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17" name="Google Shape;717;p6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6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4" name="Google Shape;724;p6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6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1" name="Google Shape;731;p6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6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8" name="Google Shape;738;p7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7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45" name="Google Shape;745;p7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7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52" name="Google Shape;752;p7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3" name="Google Shape;753;p7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59" name="Google Shape;759;p73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7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66" name="Google Shape;766;p74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7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3" name="Google Shape;773;p75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4" name="Google Shape;774;p7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0" name="Google Shape;780;p76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1" name="Google Shape;781;p7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7" name="Google Shape;787;p77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7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94" name="Google Shape;794;p78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7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1" name="Google Shape;801;p79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7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8" name="Google Shape;808;p80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8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5" name="Google Shape;815;p81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8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0612" y="307975"/>
            <a:ext cx="4827587" cy="3621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2" name="Google Shape;822;p82:notes"/>
          <p:cNvSpPr/>
          <p:nvPr/>
        </p:nvSpPr>
        <p:spPr>
          <a:xfrm>
            <a:off x="514350" y="4387850"/>
            <a:ext cx="5983287" cy="412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8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14325" algn="l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280035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810"/>
              <a:buChar char="●"/>
              <a:defRPr/>
            </a:lvl3pPr>
            <a:lvl4pPr marL="1828800" lvl="3" indent="-314325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280035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810"/>
              <a:buChar char="●"/>
              <a:defRPr/>
            </a:lvl5pPr>
            <a:lvl6pPr marL="2743200" lvl="5" indent="-280035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6pPr>
            <a:lvl7pPr marL="3200400" lvl="6" indent="-280035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7pPr>
            <a:lvl8pPr marL="3657600" lvl="7" indent="-280034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8pPr>
            <a:lvl9pPr marL="4114800" lvl="8" indent="-280034" algn="l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5" name="Google Shape;15;p8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8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8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8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8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" name="Google Shape;10;p8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  <a:defRPr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29718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2385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28575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28575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" name="Google Shape;11;p83"/>
          <p:cNvSpPr txBox="1"/>
          <p:nvPr/>
        </p:nvSpPr>
        <p:spPr>
          <a:xfrm>
            <a:off x="7224712" y="6884987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6"/>
          <p:cNvSpPr txBox="1">
            <a:spLocks noGrp="1"/>
          </p:cNvSpPr>
          <p:nvPr>
            <p:ph type="title"/>
          </p:nvPr>
        </p:nvSpPr>
        <p:spPr>
          <a:xfrm>
            <a:off x="504825" y="303212"/>
            <a:ext cx="907256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86"/>
          <p:cNvSpPr txBox="1">
            <a:spLocks noGrp="1"/>
          </p:cNvSpPr>
          <p:nvPr>
            <p:ph type="body" idx="1"/>
          </p:nvPr>
        </p:nvSpPr>
        <p:spPr>
          <a:xfrm>
            <a:off x="504825" y="1763712"/>
            <a:ext cx="9072562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86"/>
          <p:cNvSpPr txBox="1">
            <a:spLocks noGrp="1"/>
          </p:cNvSpPr>
          <p:nvPr>
            <p:ph type="dt" idx="10"/>
          </p:nvPr>
        </p:nvSpPr>
        <p:spPr>
          <a:xfrm>
            <a:off x="504825" y="6884987"/>
            <a:ext cx="23510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86"/>
          <p:cNvSpPr txBox="1">
            <a:spLocks noGrp="1"/>
          </p:cNvSpPr>
          <p:nvPr>
            <p:ph type="ftr" idx="11"/>
          </p:nvPr>
        </p:nvSpPr>
        <p:spPr>
          <a:xfrm>
            <a:off x="3444875" y="6884987"/>
            <a:ext cx="3190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86"/>
          <p:cNvSpPr txBox="1">
            <a:spLocks noGrp="1"/>
          </p:cNvSpPr>
          <p:nvPr>
            <p:ph type="sldNum" idx="12"/>
          </p:nvPr>
        </p:nvSpPr>
        <p:spPr>
          <a:xfrm>
            <a:off x="7224712" y="6884987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>
            <a:spLocks noGrp="1"/>
          </p:cNvSpPr>
          <p:nvPr>
            <p:ph type="title"/>
          </p:nvPr>
        </p:nvSpPr>
        <p:spPr>
          <a:xfrm>
            <a:off x="1008062" y="808037"/>
            <a:ext cx="8510587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 Testing </a:t>
            </a:r>
            <a:r>
              <a:rPr lang="en-US" sz="1800" b="1" i="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(Continued)</a:t>
            </a:r>
            <a:r>
              <a:rPr lang="en-US" sz="6000" b="1" i="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br>
              <a:rPr lang="en-US" sz="6000" b="1" i="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6000" b="1" i="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</a:t>
            </a:r>
            <a:r>
              <a:rPr lang="en-US" sz="4000" b="1" i="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(Lecture 15)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1538287" y="3705225"/>
            <a:ext cx="7053300" cy="19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Prof. R. Mall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lang="en-US" sz="3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Dept. of CSE, IIT, Kharagpur</a:t>
            </a:r>
            <a:r>
              <a:rPr lang="en-US" sz="47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Organization of this Lecture</a:t>
            </a:r>
            <a:r>
              <a:rPr lang="en-US" sz="48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Review of last lecture.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 testing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graphing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Performance testing.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summary report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Flow-Based Testing</a:t>
            </a:r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396875" y="1708150"/>
            <a:ext cx="9337675" cy="514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Selects test paths of a program: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According to the locations of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Definitions and uses of different variables in a program.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Flow-Based Testing</a:t>
            </a:r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365125" y="1558925"/>
            <a:ext cx="9405937" cy="563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 statement numbered S, 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DEF(S) = {X/statement S contains a definition of X} 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USES(S)= {X/statement S contains a use of X}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 </a:t>
            </a:r>
            <a:r>
              <a:rPr lang="en-US" sz="28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1: a=b;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DEF(1)={a}, USES(1)={b}.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Example: 2</a:t>
            </a:r>
            <a:r>
              <a:rPr lang="en-US" sz="2800" b="1" i="0" u="none" strike="noStrike" cap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: a=a+b;</a:t>
            </a:r>
            <a:r>
              <a:rPr lang="en-US" sz="32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DEF(1)={a}, USES(1)={a,b}.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Flow-Based Testing</a:t>
            </a:r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variable X is said to be </a:t>
            </a:r>
            <a:r>
              <a:rPr lang="en-US" sz="4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live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at statement S1, if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X is defined at a statement 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exists a path from S to S1 not containing any definition of X.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DU Chain Example</a:t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755650" y="1682750"/>
            <a:ext cx="8482012" cy="478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X(){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a=5; </a:t>
            </a: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/* Defines variable a */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While(C1) {                   		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if (C2)                        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 b=a*a;   </a:t>
            </a: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/*Uses variable a */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6           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a=a-1; </a:t>
            </a: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/* Defines variable a */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}</a:t>
            </a:r>
            <a:endParaRPr/>
          </a:p>
          <a:p>
            <a:pPr marL="0" marR="0" lvl="0" indent="0" algn="l" rtl="0">
              <a:lnSpc>
                <a:spcPct val="72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"/>
              <a:buNone/>
            </a:pP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US" sz="4000" b="0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print(a); } </a:t>
            </a:r>
            <a:r>
              <a:rPr lang="en-US" sz="4000" b="0" i="0" u="none">
                <a:solidFill>
                  <a:srgbClr val="0000CC"/>
                </a:solidFill>
                <a:latin typeface="Times"/>
                <a:ea typeface="Times"/>
                <a:cs typeface="Times"/>
                <a:sym typeface="Times"/>
              </a:rPr>
              <a:t>/*Uses variable a */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Definition-use chain (DU chain)</a:t>
            </a:r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[X,S,S1],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 and S1 are statement numbers,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X in DEF(S)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X in USES(S1), and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definition of X in the statement S is live at statement S1.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Flow-Based Testing</a:t>
            </a:r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simple data flow testing strategy: 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DU chain in a program be covered at least once.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 testing strategies: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Useful for selecting test paths of a program containing nested if and loop statements.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body" idx="1"/>
          </p:nvPr>
        </p:nvSpPr>
        <p:spPr>
          <a:xfrm>
            <a:off x="755650" y="1763712"/>
            <a:ext cx="8566150" cy="47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1290637" marR="0" lvl="2" indent="-212724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X(){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B1;     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/* Defines variable a */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While(C1) {                   		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if (C2)                       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if(C4) B4;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/*Uses variable a */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	     else B5;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else  if (C3) B2;             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8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	     else B3;     }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lang="en-US" sz="2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9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B6 }</a:t>
            </a:r>
            <a:endParaRPr/>
          </a:p>
        </p:txBody>
      </p:sp>
      <p:sp>
        <p:nvSpPr>
          <p:cNvPr id="91" name="Google Shape;91;p9"/>
          <p:cNvSpPr txBox="1"/>
          <p:nvPr/>
        </p:nvSpPr>
        <p:spPr>
          <a:xfrm>
            <a:off x="671512" y="234950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 Black"/>
              <a:buNone/>
            </a:pPr>
            <a:r>
              <a:rPr lang="en-US" sz="4900" b="1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Data Flow-Based Testing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Flow-Based Testing</a:t>
            </a:r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[a,1,5]: a DU chain.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Assume: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DEF(X) = {B1, B2, B3, B4, B5}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USED(X) = {B2, B3, B4, B5, B6}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25 DU chains.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 only 5 paths are needed to cover these chains.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software is first tested: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an initial testing method based on white-box strategies we already discussed.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the initial testing is complete,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 is taken up.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idea behind mutation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a few arbitrary small changes to a program at a time.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time the program is changed,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called a </a:t>
            </a:r>
            <a:r>
              <a:rPr lang="en-US" sz="40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mutated program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change is called a </a:t>
            </a:r>
            <a:r>
              <a:rPr lang="en-US" sz="40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mutant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 mutated program: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tested against the full test suite of the program.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there exists at least one test case in the test suite for which: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mutant gives an incorrect result,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then the mutant is said to be dead.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body" idx="1"/>
          </p:nvPr>
        </p:nvSpPr>
        <p:spPr>
          <a:xfrm>
            <a:off x="504825" y="1763712"/>
            <a:ext cx="9012237" cy="489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 mutant remains alive: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even after all test cases have been exhausted,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test suite is enhanced to kill the mutant.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process of generation and killing of mutants: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be automated by predefining a set of primitive changes that can be applied to the program.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primitive changes can be: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altering an arithmetic operator,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changing the value of a constant,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changing a data type, etc.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major disadvantage of  mutation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computationally very expensive,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 large number of possible mutants can be generated.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and Effect Graphs</a:t>
            </a:r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739775" y="1593850"/>
            <a:ext cx="8601075" cy="508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would be a lot easier: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we could automatically generate test cases from requirements.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 done at IBM: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requirements specifications be systematically used to design functional test cases?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and Effect Graphs</a:t>
            </a:r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body" idx="1"/>
          </p:nvPr>
        </p:nvSpPr>
        <p:spPr>
          <a:xfrm>
            <a:off x="739775" y="1555750"/>
            <a:ext cx="8601075" cy="512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Examine the requirements: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restate them as logical relation between inputs and outputs.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result is a Boolean graph representing  the relationships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called a </a:t>
            </a: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cause-effect graph.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and Effect Graphs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body" idx="1"/>
          </p:nvPr>
        </p:nvSpPr>
        <p:spPr>
          <a:xfrm>
            <a:off x="739775" y="1581150"/>
            <a:ext cx="8601075" cy="509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Convert the graph to a decision table: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column of the decision table corresponds to a test case for functional testing.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447675" y="346075"/>
            <a:ext cx="8566150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Steps to Create Cause-Effect Graph</a:t>
            </a:r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body" idx="1"/>
          </p:nvPr>
        </p:nvSpPr>
        <p:spPr>
          <a:xfrm>
            <a:off x="727075" y="21018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Study the functional requirements.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Mark and number all causes and effects.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Numbered causes and effects: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become nodes of the graph.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447675" y="231775"/>
            <a:ext cx="8566150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Steps to Create Cause-Effect Graph</a:t>
            </a:r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 causes on the  LHS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 effects on the RHS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 logical relationship between causes and effects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edges in the graph.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Extra nodes can be added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simplify the graph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Drawing Cause-Effect Graphs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2100262" y="18478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4452937" y="18478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cxnSp>
        <p:nvCxnSpPr>
          <p:cNvPr id="184" name="Google Shape;184;p22"/>
          <p:cNvCxnSpPr/>
          <p:nvPr/>
        </p:nvCxnSpPr>
        <p:spPr>
          <a:xfrm>
            <a:off x="2855912" y="2184400"/>
            <a:ext cx="1597025" cy="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5" name="Google Shape;185;p22"/>
          <p:cNvSpPr txBox="1"/>
          <p:nvPr/>
        </p:nvSpPr>
        <p:spPr>
          <a:xfrm>
            <a:off x="2520950" y="2603500"/>
            <a:ext cx="335597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If A then B</a:t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2184400" y="3729037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4537075" y="4116387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cxnSp>
        <p:nvCxnSpPr>
          <p:cNvPr id="188" name="Google Shape;188;p22"/>
          <p:cNvCxnSpPr/>
          <p:nvPr/>
        </p:nvCxnSpPr>
        <p:spPr>
          <a:xfrm>
            <a:off x="2940050" y="4065587"/>
            <a:ext cx="1597025" cy="38576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9" name="Google Shape;189;p22"/>
          <p:cNvSpPr txBox="1"/>
          <p:nvPr/>
        </p:nvSpPr>
        <p:spPr>
          <a:xfrm>
            <a:off x="1931987" y="5408612"/>
            <a:ext cx="43656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If (A and B)then C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2184400" y="4619625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cxnSp>
        <p:nvCxnSpPr>
          <p:cNvPr id="191" name="Google Shape;191;p22"/>
          <p:cNvCxnSpPr/>
          <p:nvPr/>
        </p:nvCxnSpPr>
        <p:spPr>
          <a:xfrm rot="10800000" flipH="1">
            <a:off x="2940050" y="4535487"/>
            <a:ext cx="1597025" cy="420687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2" name="Google Shape;192;p22"/>
          <p:cNvCxnSpPr/>
          <p:nvPr/>
        </p:nvCxnSpPr>
        <p:spPr>
          <a:xfrm rot="10800000" flipH="1">
            <a:off x="3108325" y="4283075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3" name="Google Shape;193;p22"/>
          <p:cNvCxnSpPr/>
          <p:nvPr/>
        </p:nvCxnSpPr>
        <p:spPr>
          <a:xfrm rot="10800000">
            <a:off x="3192462" y="4283075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Drawing Cause-Effect Graphs</a:t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2184400" y="18478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4537075" y="223520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cxnSp>
        <p:nvCxnSpPr>
          <p:cNvPr id="202" name="Google Shape;202;p23"/>
          <p:cNvCxnSpPr/>
          <p:nvPr/>
        </p:nvCxnSpPr>
        <p:spPr>
          <a:xfrm>
            <a:off x="2940050" y="2184400"/>
            <a:ext cx="1597025" cy="38576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3" name="Google Shape;203;p23"/>
          <p:cNvSpPr txBox="1"/>
          <p:nvPr/>
        </p:nvSpPr>
        <p:spPr>
          <a:xfrm>
            <a:off x="1931987" y="3527425"/>
            <a:ext cx="43656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If (A or B)then C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2184400" y="2738437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cxnSp>
        <p:nvCxnSpPr>
          <p:cNvPr id="205" name="Google Shape;205;p23"/>
          <p:cNvCxnSpPr/>
          <p:nvPr/>
        </p:nvCxnSpPr>
        <p:spPr>
          <a:xfrm rot="10800000" flipH="1">
            <a:off x="2940050" y="2654300"/>
            <a:ext cx="1597025" cy="420687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6" name="Google Shape;206;p23"/>
          <p:cNvCxnSpPr/>
          <p:nvPr/>
        </p:nvCxnSpPr>
        <p:spPr>
          <a:xfrm rot="10800000">
            <a:off x="3108325" y="2435225"/>
            <a:ext cx="84137" cy="33655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7" name="Google Shape;207;p23"/>
          <p:cNvCxnSpPr/>
          <p:nvPr/>
        </p:nvCxnSpPr>
        <p:spPr>
          <a:xfrm rot="10800000" flipH="1">
            <a:off x="3192462" y="2468562"/>
            <a:ext cx="168275" cy="3032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8" name="Google Shape;208;p23"/>
          <p:cNvSpPr/>
          <p:nvPr/>
        </p:nvSpPr>
        <p:spPr>
          <a:xfrm>
            <a:off x="2352675" y="4232275"/>
            <a:ext cx="752475" cy="669925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4703762" y="4619625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cxnSp>
        <p:nvCxnSpPr>
          <p:cNvPr id="210" name="Google Shape;210;p23"/>
          <p:cNvCxnSpPr/>
          <p:nvPr/>
        </p:nvCxnSpPr>
        <p:spPr>
          <a:xfrm>
            <a:off x="3108325" y="4568825"/>
            <a:ext cx="1595437" cy="38735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1" name="Google Shape;211;p23"/>
          <p:cNvSpPr txBox="1"/>
          <p:nvPr/>
        </p:nvSpPr>
        <p:spPr>
          <a:xfrm>
            <a:off x="2100262" y="5913437"/>
            <a:ext cx="486886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If (not(A and B))then C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2352675" y="51244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cxnSp>
        <p:nvCxnSpPr>
          <p:cNvPr id="213" name="Google Shape;213;p23"/>
          <p:cNvCxnSpPr/>
          <p:nvPr/>
        </p:nvCxnSpPr>
        <p:spPr>
          <a:xfrm rot="10800000" flipH="1">
            <a:off x="3108325" y="5040312"/>
            <a:ext cx="1595437" cy="41910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4" name="Google Shape;214;p23"/>
          <p:cNvCxnSpPr/>
          <p:nvPr/>
        </p:nvCxnSpPr>
        <p:spPr>
          <a:xfrm rot="10800000" flipH="1">
            <a:off x="3276600" y="4872037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5" name="Google Shape;215;p23"/>
          <p:cNvCxnSpPr/>
          <p:nvPr/>
        </p:nvCxnSpPr>
        <p:spPr>
          <a:xfrm rot="10800000">
            <a:off x="3360737" y="4872037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6" name="Google Shape;216;p23"/>
          <p:cNvSpPr/>
          <p:nvPr/>
        </p:nvSpPr>
        <p:spPr>
          <a:xfrm>
            <a:off x="3192462" y="4956175"/>
            <a:ext cx="331787" cy="79375"/>
          </a:xfrm>
          <a:custGeom>
            <a:avLst/>
            <a:gdLst/>
            <a:ahLst/>
            <a:cxnLst/>
            <a:rect l="l" t="t" r="r" b="b"/>
            <a:pathLst>
              <a:path w="844" h="209" extrusionOk="0">
                <a:moveTo>
                  <a:pt x="0" y="208"/>
                </a:moveTo>
                <a:cubicBezTo>
                  <a:pt x="70" y="104"/>
                  <a:pt x="140" y="0"/>
                  <a:pt x="211" y="0"/>
                </a:cubicBezTo>
                <a:cubicBezTo>
                  <a:pt x="281" y="0"/>
                  <a:pt x="316" y="208"/>
                  <a:pt x="421" y="208"/>
                </a:cubicBezTo>
                <a:cubicBezTo>
                  <a:pt x="527" y="208"/>
                  <a:pt x="685" y="104"/>
                  <a:pt x="843" y="0"/>
                </a:cubicBezTo>
              </a:path>
            </a:pathLst>
          </a:custGeom>
          <a:noFill/>
          <a:ln w="28425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Drawing Cause-Effect Graphs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2184400" y="18478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4537075" y="223520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cxnSp>
        <p:nvCxnSpPr>
          <p:cNvPr id="225" name="Google Shape;225;p24"/>
          <p:cNvCxnSpPr/>
          <p:nvPr/>
        </p:nvCxnSpPr>
        <p:spPr>
          <a:xfrm>
            <a:off x="2940050" y="2184400"/>
            <a:ext cx="1597025" cy="38576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6" name="Google Shape;226;p24"/>
          <p:cNvSpPr txBox="1"/>
          <p:nvPr/>
        </p:nvSpPr>
        <p:spPr>
          <a:xfrm>
            <a:off x="1931987" y="3527425"/>
            <a:ext cx="486886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If (not (A or B))then C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2184400" y="2738437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cxnSp>
        <p:nvCxnSpPr>
          <p:cNvPr id="228" name="Google Shape;228;p24"/>
          <p:cNvCxnSpPr/>
          <p:nvPr/>
        </p:nvCxnSpPr>
        <p:spPr>
          <a:xfrm rot="10800000" flipH="1">
            <a:off x="2940050" y="2654300"/>
            <a:ext cx="1597025" cy="420687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9" name="Google Shape;229;p24"/>
          <p:cNvCxnSpPr/>
          <p:nvPr/>
        </p:nvCxnSpPr>
        <p:spPr>
          <a:xfrm rot="10800000">
            <a:off x="3192462" y="2519362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0" name="Google Shape;230;p24"/>
          <p:cNvCxnSpPr/>
          <p:nvPr/>
        </p:nvCxnSpPr>
        <p:spPr>
          <a:xfrm rot="10800000" flipH="1">
            <a:off x="3276600" y="2552700"/>
            <a:ext cx="84137" cy="219075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1" name="Google Shape;231;p24"/>
          <p:cNvSpPr/>
          <p:nvPr/>
        </p:nvSpPr>
        <p:spPr>
          <a:xfrm>
            <a:off x="3108325" y="2603500"/>
            <a:ext cx="331787" cy="80962"/>
          </a:xfrm>
          <a:custGeom>
            <a:avLst/>
            <a:gdLst/>
            <a:ahLst/>
            <a:cxnLst/>
            <a:rect l="l" t="t" r="r" b="b"/>
            <a:pathLst>
              <a:path w="843" h="208" extrusionOk="0">
                <a:moveTo>
                  <a:pt x="0" y="207"/>
                </a:moveTo>
                <a:cubicBezTo>
                  <a:pt x="69" y="103"/>
                  <a:pt x="139" y="0"/>
                  <a:pt x="210" y="0"/>
                </a:cubicBezTo>
                <a:cubicBezTo>
                  <a:pt x="279" y="0"/>
                  <a:pt x="315" y="207"/>
                  <a:pt x="420" y="207"/>
                </a:cubicBezTo>
                <a:cubicBezTo>
                  <a:pt x="525" y="207"/>
                  <a:pt x="684" y="103"/>
                  <a:pt x="842" y="0"/>
                </a:cubicBezTo>
              </a:path>
            </a:pathLst>
          </a:custGeom>
          <a:noFill/>
          <a:ln w="28425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2100262" y="44513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4452937" y="4451350"/>
            <a:ext cx="752475" cy="668337"/>
          </a:xfrm>
          <a:prstGeom prst="ellipse">
            <a:avLst/>
          </a:prstGeom>
          <a:solidFill>
            <a:srgbClr val="8BAE6C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cxnSp>
        <p:nvCxnSpPr>
          <p:cNvPr id="234" name="Google Shape;234;p24"/>
          <p:cNvCxnSpPr/>
          <p:nvPr/>
        </p:nvCxnSpPr>
        <p:spPr>
          <a:xfrm>
            <a:off x="2855912" y="4787900"/>
            <a:ext cx="1597025" cy="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5" name="Google Shape;235;p24"/>
          <p:cNvSpPr txBox="1"/>
          <p:nvPr/>
        </p:nvSpPr>
        <p:spPr>
          <a:xfrm>
            <a:off x="2016125" y="5207000"/>
            <a:ext cx="3692525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If (not A) then B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3276600" y="4619625"/>
            <a:ext cx="331787" cy="330200"/>
          </a:xfrm>
          <a:custGeom>
            <a:avLst/>
            <a:gdLst/>
            <a:ahLst/>
            <a:cxnLst/>
            <a:rect l="l" t="t" r="r" b="b"/>
            <a:pathLst>
              <a:path w="843" h="839" extrusionOk="0">
                <a:moveTo>
                  <a:pt x="0" y="838"/>
                </a:moveTo>
                <a:cubicBezTo>
                  <a:pt x="70" y="418"/>
                  <a:pt x="140" y="0"/>
                  <a:pt x="210" y="0"/>
                </a:cubicBezTo>
                <a:cubicBezTo>
                  <a:pt x="280" y="0"/>
                  <a:pt x="316" y="838"/>
                  <a:pt x="420" y="838"/>
                </a:cubicBezTo>
                <a:cubicBezTo>
                  <a:pt x="526" y="838"/>
                  <a:pt x="684" y="418"/>
                  <a:pt x="842" y="0"/>
                </a:cubicBezTo>
              </a:path>
            </a:pathLst>
          </a:custGeom>
          <a:noFill/>
          <a:ln w="28425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243" name="Google Shape;243;p25"/>
          <p:cNvSpPr txBox="1">
            <a:spLocks noGrp="1"/>
          </p:cNvSpPr>
          <p:nvPr>
            <p:ph type="body" idx="1"/>
          </p:nvPr>
        </p:nvSpPr>
        <p:spPr>
          <a:xfrm>
            <a:off x="504825" y="1838325"/>
            <a:ext cx="9190037" cy="498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water level monitoring system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by an agency involved in flood control.</a:t>
            </a:r>
            <a:endParaRPr/>
          </a:p>
          <a:p>
            <a:pPr marL="858837" marR="0" lvl="1" indent="-285749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Input: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level(a,b)</a:t>
            </a:r>
            <a:endParaRPr/>
          </a:p>
          <a:p>
            <a:pPr marL="1290637" marR="0" lvl="2" indent="-212724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is the height of water  in dam in meters</a:t>
            </a:r>
            <a:endParaRPr/>
          </a:p>
          <a:p>
            <a:pPr marL="1290637" marR="0" lvl="2" indent="-212724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 is the rainfall in the last 24 hours in cms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250" name="Google Shape;250;p26"/>
          <p:cNvSpPr txBox="1">
            <a:spLocks noGrp="1"/>
          </p:cNvSpPr>
          <p:nvPr>
            <p:ph type="body" idx="1"/>
          </p:nvPr>
        </p:nvSpPr>
        <p:spPr>
          <a:xfrm>
            <a:off x="560387" y="1763712"/>
            <a:ext cx="9012237" cy="459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Processing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function calculates whether the level is safe, too high, or too low.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on screen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level=safe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level=high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invalid syntax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257" name="Google Shape;257;p2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can separate the requirements into 5 clauses: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first five letters of the command is “level”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command contains exactly two parameters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separated by comma and enclosed in parentheses</a:t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839787" y="3505200"/>
            <a:ext cx="247650" cy="439737"/>
          </a:xfrm>
          <a:custGeom>
            <a:avLst/>
            <a:gdLst/>
            <a:ahLst/>
            <a:cxnLst/>
            <a:rect l="l" t="t" r="r" b="b"/>
            <a:pathLst>
              <a:path w="627" h="1112" extrusionOk="0">
                <a:moveTo>
                  <a:pt x="313" y="0"/>
                </a:moveTo>
                <a:lnTo>
                  <a:pt x="381" y="0"/>
                </a:lnTo>
                <a:lnTo>
                  <a:pt x="388" y="11"/>
                </a:lnTo>
                <a:lnTo>
                  <a:pt x="388" y="1036"/>
                </a:lnTo>
                <a:lnTo>
                  <a:pt x="611" y="1036"/>
                </a:lnTo>
                <a:lnTo>
                  <a:pt x="626" y="1048"/>
                </a:lnTo>
                <a:lnTo>
                  <a:pt x="626" y="1102"/>
                </a:lnTo>
                <a:lnTo>
                  <a:pt x="611" y="1111"/>
                </a:lnTo>
                <a:lnTo>
                  <a:pt x="14" y="1111"/>
                </a:lnTo>
                <a:lnTo>
                  <a:pt x="0" y="1102"/>
                </a:lnTo>
                <a:lnTo>
                  <a:pt x="0" y="1048"/>
                </a:lnTo>
                <a:lnTo>
                  <a:pt x="14" y="1036"/>
                </a:lnTo>
                <a:lnTo>
                  <a:pt x="223" y="1036"/>
                </a:lnTo>
                <a:lnTo>
                  <a:pt x="223" y="206"/>
                </a:lnTo>
                <a:lnTo>
                  <a:pt x="89" y="206"/>
                </a:lnTo>
                <a:lnTo>
                  <a:pt x="82" y="199"/>
                </a:lnTo>
                <a:lnTo>
                  <a:pt x="82" y="142"/>
                </a:lnTo>
                <a:lnTo>
                  <a:pt x="89" y="131"/>
                </a:lnTo>
                <a:lnTo>
                  <a:pt x="223" y="131"/>
                </a:lnTo>
                <a:lnTo>
                  <a:pt x="223" y="74"/>
                </a:lnTo>
                <a:lnTo>
                  <a:pt x="238" y="65"/>
                </a:lnTo>
                <a:lnTo>
                  <a:pt x="306" y="65"/>
                </a:lnTo>
                <a:lnTo>
                  <a:pt x="306" y="11"/>
                </a:lnTo>
                <a:lnTo>
                  <a:pt x="313" y="0"/>
                </a:lnTo>
              </a:path>
            </a:pathLst>
          </a:custGeom>
          <a:solidFill>
            <a:srgbClr val="0000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839787" y="4681537"/>
            <a:ext cx="247650" cy="438150"/>
          </a:xfrm>
          <a:custGeom>
            <a:avLst/>
            <a:gdLst/>
            <a:ahLst/>
            <a:cxnLst/>
            <a:rect l="l" t="t" r="r" b="b"/>
            <a:pathLst>
              <a:path w="627" h="1112" extrusionOk="0">
                <a:moveTo>
                  <a:pt x="187" y="0"/>
                </a:moveTo>
                <a:lnTo>
                  <a:pt x="368" y="0"/>
                </a:lnTo>
                <a:lnTo>
                  <a:pt x="374" y="9"/>
                </a:lnTo>
                <a:lnTo>
                  <a:pt x="374" y="63"/>
                </a:lnTo>
                <a:lnTo>
                  <a:pt x="494" y="63"/>
                </a:lnTo>
                <a:lnTo>
                  <a:pt x="500" y="74"/>
                </a:lnTo>
                <a:lnTo>
                  <a:pt x="500" y="131"/>
                </a:lnTo>
                <a:lnTo>
                  <a:pt x="554" y="131"/>
                </a:lnTo>
                <a:lnTo>
                  <a:pt x="566" y="140"/>
                </a:lnTo>
                <a:lnTo>
                  <a:pt x="566" y="453"/>
                </a:lnTo>
                <a:lnTo>
                  <a:pt x="554" y="461"/>
                </a:lnTo>
                <a:lnTo>
                  <a:pt x="500" y="461"/>
                </a:lnTo>
                <a:lnTo>
                  <a:pt x="500" y="584"/>
                </a:lnTo>
                <a:lnTo>
                  <a:pt x="494" y="592"/>
                </a:lnTo>
                <a:lnTo>
                  <a:pt x="439" y="592"/>
                </a:lnTo>
                <a:lnTo>
                  <a:pt x="439" y="648"/>
                </a:lnTo>
                <a:lnTo>
                  <a:pt x="427" y="658"/>
                </a:lnTo>
                <a:lnTo>
                  <a:pt x="374" y="658"/>
                </a:lnTo>
                <a:lnTo>
                  <a:pt x="374" y="780"/>
                </a:lnTo>
                <a:lnTo>
                  <a:pt x="368" y="790"/>
                </a:lnTo>
                <a:lnTo>
                  <a:pt x="313" y="790"/>
                </a:lnTo>
                <a:lnTo>
                  <a:pt x="313" y="847"/>
                </a:lnTo>
                <a:lnTo>
                  <a:pt x="307" y="856"/>
                </a:lnTo>
                <a:lnTo>
                  <a:pt x="252" y="856"/>
                </a:lnTo>
                <a:lnTo>
                  <a:pt x="252" y="905"/>
                </a:lnTo>
                <a:lnTo>
                  <a:pt x="240" y="914"/>
                </a:lnTo>
                <a:lnTo>
                  <a:pt x="187" y="914"/>
                </a:lnTo>
                <a:lnTo>
                  <a:pt x="187" y="969"/>
                </a:lnTo>
                <a:lnTo>
                  <a:pt x="554" y="969"/>
                </a:lnTo>
                <a:lnTo>
                  <a:pt x="554" y="914"/>
                </a:lnTo>
                <a:lnTo>
                  <a:pt x="566" y="905"/>
                </a:lnTo>
                <a:lnTo>
                  <a:pt x="620" y="905"/>
                </a:lnTo>
                <a:lnTo>
                  <a:pt x="626" y="914"/>
                </a:lnTo>
                <a:lnTo>
                  <a:pt x="626" y="1037"/>
                </a:lnTo>
                <a:lnTo>
                  <a:pt x="620" y="1046"/>
                </a:lnTo>
                <a:lnTo>
                  <a:pt x="566" y="1046"/>
                </a:lnTo>
                <a:lnTo>
                  <a:pt x="566" y="1100"/>
                </a:lnTo>
                <a:lnTo>
                  <a:pt x="554" y="1111"/>
                </a:lnTo>
                <a:lnTo>
                  <a:pt x="5" y="1111"/>
                </a:lnTo>
                <a:lnTo>
                  <a:pt x="0" y="1100"/>
                </a:lnTo>
                <a:lnTo>
                  <a:pt x="0" y="980"/>
                </a:lnTo>
                <a:lnTo>
                  <a:pt x="5" y="969"/>
                </a:lnTo>
                <a:lnTo>
                  <a:pt x="60" y="969"/>
                </a:lnTo>
                <a:lnTo>
                  <a:pt x="60" y="914"/>
                </a:lnTo>
                <a:lnTo>
                  <a:pt x="72" y="905"/>
                </a:lnTo>
                <a:lnTo>
                  <a:pt x="126" y="905"/>
                </a:lnTo>
                <a:lnTo>
                  <a:pt x="126" y="856"/>
                </a:lnTo>
                <a:lnTo>
                  <a:pt x="132" y="847"/>
                </a:lnTo>
                <a:lnTo>
                  <a:pt x="181" y="847"/>
                </a:lnTo>
                <a:lnTo>
                  <a:pt x="181" y="790"/>
                </a:lnTo>
                <a:lnTo>
                  <a:pt x="187" y="780"/>
                </a:lnTo>
                <a:lnTo>
                  <a:pt x="240" y="780"/>
                </a:lnTo>
                <a:lnTo>
                  <a:pt x="240" y="725"/>
                </a:lnTo>
                <a:lnTo>
                  <a:pt x="252" y="716"/>
                </a:lnTo>
                <a:lnTo>
                  <a:pt x="307" y="716"/>
                </a:lnTo>
                <a:lnTo>
                  <a:pt x="307" y="592"/>
                </a:lnTo>
                <a:lnTo>
                  <a:pt x="313" y="584"/>
                </a:lnTo>
                <a:lnTo>
                  <a:pt x="368" y="584"/>
                </a:lnTo>
                <a:lnTo>
                  <a:pt x="368" y="461"/>
                </a:lnTo>
                <a:lnTo>
                  <a:pt x="374" y="453"/>
                </a:lnTo>
                <a:lnTo>
                  <a:pt x="427" y="453"/>
                </a:lnTo>
                <a:lnTo>
                  <a:pt x="427" y="206"/>
                </a:lnTo>
                <a:lnTo>
                  <a:pt x="374" y="206"/>
                </a:lnTo>
                <a:lnTo>
                  <a:pt x="368" y="197"/>
                </a:lnTo>
                <a:lnTo>
                  <a:pt x="368" y="140"/>
                </a:lnTo>
                <a:lnTo>
                  <a:pt x="132" y="140"/>
                </a:lnTo>
                <a:lnTo>
                  <a:pt x="132" y="197"/>
                </a:lnTo>
                <a:lnTo>
                  <a:pt x="126" y="206"/>
                </a:lnTo>
                <a:lnTo>
                  <a:pt x="72" y="206"/>
                </a:lnTo>
                <a:lnTo>
                  <a:pt x="72" y="329"/>
                </a:lnTo>
                <a:lnTo>
                  <a:pt x="60" y="339"/>
                </a:lnTo>
                <a:lnTo>
                  <a:pt x="5" y="339"/>
                </a:lnTo>
                <a:lnTo>
                  <a:pt x="0" y="329"/>
                </a:lnTo>
                <a:lnTo>
                  <a:pt x="0" y="206"/>
                </a:lnTo>
                <a:lnTo>
                  <a:pt x="5" y="197"/>
                </a:lnTo>
                <a:lnTo>
                  <a:pt x="60" y="197"/>
                </a:lnTo>
                <a:lnTo>
                  <a:pt x="60" y="74"/>
                </a:lnTo>
                <a:lnTo>
                  <a:pt x="72" y="63"/>
                </a:lnTo>
                <a:lnTo>
                  <a:pt x="181" y="63"/>
                </a:lnTo>
                <a:lnTo>
                  <a:pt x="181" y="9"/>
                </a:lnTo>
                <a:lnTo>
                  <a:pt x="187" y="0"/>
                </a:lnTo>
              </a:path>
            </a:pathLst>
          </a:custGeom>
          <a:solidFill>
            <a:srgbClr val="0000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266" name="Google Shape;266;p2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Parameters A and B are real numbers: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that the water level is calculated to be low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safe.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parameters A and B are real numbers: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that the water level is calculated to be high.</a:t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>
            <a:off x="552450" y="2436812"/>
            <a:ext cx="247650" cy="439737"/>
          </a:xfrm>
          <a:custGeom>
            <a:avLst/>
            <a:gdLst/>
            <a:ahLst/>
            <a:cxnLst/>
            <a:rect l="l" t="t" r="r" b="b"/>
            <a:pathLst>
              <a:path w="627" h="1112" extrusionOk="0">
                <a:moveTo>
                  <a:pt x="213" y="0"/>
                </a:moveTo>
                <a:lnTo>
                  <a:pt x="413" y="0"/>
                </a:lnTo>
                <a:lnTo>
                  <a:pt x="420" y="11"/>
                </a:lnTo>
                <a:lnTo>
                  <a:pt x="420" y="65"/>
                </a:lnTo>
                <a:lnTo>
                  <a:pt x="479" y="65"/>
                </a:lnTo>
                <a:lnTo>
                  <a:pt x="486" y="74"/>
                </a:lnTo>
                <a:lnTo>
                  <a:pt x="486" y="131"/>
                </a:lnTo>
                <a:lnTo>
                  <a:pt x="546" y="131"/>
                </a:lnTo>
                <a:lnTo>
                  <a:pt x="560" y="142"/>
                </a:lnTo>
                <a:lnTo>
                  <a:pt x="560" y="331"/>
                </a:lnTo>
                <a:lnTo>
                  <a:pt x="546" y="340"/>
                </a:lnTo>
                <a:lnTo>
                  <a:pt x="486" y="340"/>
                </a:lnTo>
                <a:lnTo>
                  <a:pt x="486" y="386"/>
                </a:lnTo>
                <a:lnTo>
                  <a:pt x="479" y="395"/>
                </a:lnTo>
                <a:lnTo>
                  <a:pt x="420" y="395"/>
                </a:lnTo>
                <a:lnTo>
                  <a:pt x="420" y="452"/>
                </a:lnTo>
                <a:lnTo>
                  <a:pt x="479" y="452"/>
                </a:lnTo>
                <a:lnTo>
                  <a:pt x="486" y="463"/>
                </a:lnTo>
                <a:lnTo>
                  <a:pt x="486" y="518"/>
                </a:lnTo>
                <a:lnTo>
                  <a:pt x="546" y="518"/>
                </a:lnTo>
                <a:lnTo>
                  <a:pt x="560" y="527"/>
                </a:lnTo>
                <a:lnTo>
                  <a:pt x="560" y="584"/>
                </a:lnTo>
                <a:lnTo>
                  <a:pt x="619" y="584"/>
                </a:lnTo>
                <a:lnTo>
                  <a:pt x="626" y="595"/>
                </a:lnTo>
                <a:lnTo>
                  <a:pt x="626" y="848"/>
                </a:lnTo>
                <a:lnTo>
                  <a:pt x="619" y="858"/>
                </a:lnTo>
                <a:lnTo>
                  <a:pt x="560" y="858"/>
                </a:lnTo>
                <a:lnTo>
                  <a:pt x="560" y="971"/>
                </a:lnTo>
                <a:lnTo>
                  <a:pt x="546" y="980"/>
                </a:lnTo>
                <a:lnTo>
                  <a:pt x="486" y="980"/>
                </a:lnTo>
                <a:lnTo>
                  <a:pt x="486" y="1036"/>
                </a:lnTo>
                <a:lnTo>
                  <a:pt x="479" y="1048"/>
                </a:lnTo>
                <a:lnTo>
                  <a:pt x="346" y="1048"/>
                </a:lnTo>
                <a:lnTo>
                  <a:pt x="346" y="1102"/>
                </a:lnTo>
                <a:lnTo>
                  <a:pt x="339" y="1111"/>
                </a:lnTo>
                <a:lnTo>
                  <a:pt x="80" y="1111"/>
                </a:lnTo>
                <a:lnTo>
                  <a:pt x="73" y="1102"/>
                </a:lnTo>
                <a:lnTo>
                  <a:pt x="73" y="1048"/>
                </a:lnTo>
                <a:lnTo>
                  <a:pt x="12" y="1048"/>
                </a:lnTo>
                <a:lnTo>
                  <a:pt x="0" y="1036"/>
                </a:lnTo>
                <a:lnTo>
                  <a:pt x="0" y="916"/>
                </a:lnTo>
                <a:lnTo>
                  <a:pt x="12" y="905"/>
                </a:lnTo>
                <a:lnTo>
                  <a:pt x="140" y="905"/>
                </a:lnTo>
                <a:lnTo>
                  <a:pt x="152" y="916"/>
                </a:lnTo>
                <a:lnTo>
                  <a:pt x="152" y="971"/>
                </a:lnTo>
                <a:lnTo>
                  <a:pt x="199" y="971"/>
                </a:lnTo>
                <a:lnTo>
                  <a:pt x="213" y="980"/>
                </a:lnTo>
                <a:lnTo>
                  <a:pt x="213" y="1036"/>
                </a:lnTo>
                <a:lnTo>
                  <a:pt x="339" y="1036"/>
                </a:lnTo>
                <a:lnTo>
                  <a:pt x="339" y="980"/>
                </a:lnTo>
                <a:lnTo>
                  <a:pt x="346" y="971"/>
                </a:lnTo>
                <a:lnTo>
                  <a:pt x="413" y="971"/>
                </a:lnTo>
                <a:lnTo>
                  <a:pt x="413" y="916"/>
                </a:lnTo>
                <a:lnTo>
                  <a:pt x="420" y="905"/>
                </a:lnTo>
                <a:lnTo>
                  <a:pt x="479" y="905"/>
                </a:lnTo>
                <a:lnTo>
                  <a:pt x="479" y="659"/>
                </a:lnTo>
                <a:lnTo>
                  <a:pt x="420" y="659"/>
                </a:lnTo>
                <a:lnTo>
                  <a:pt x="413" y="650"/>
                </a:lnTo>
                <a:lnTo>
                  <a:pt x="413" y="595"/>
                </a:lnTo>
                <a:lnTo>
                  <a:pt x="346" y="595"/>
                </a:lnTo>
                <a:lnTo>
                  <a:pt x="339" y="584"/>
                </a:lnTo>
                <a:lnTo>
                  <a:pt x="339" y="527"/>
                </a:lnTo>
                <a:lnTo>
                  <a:pt x="213" y="527"/>
                </a:lnTo>
                <a:lnTo>
                  <a:pt x="199" y="518"/>
                </a:lnTo>
                <a:lnTo>
                  <a:pt x="199" y="463"/>
                </a:lnTo>
                <a:lnTo>
                  <a:pt x="213" y="452"/>
                </a:lnTo>
                <a:lnTo>
                  <a:pt x="273" y="452"/>
                </a:lnTo>
                <a:lnTo>
                  <a:pt x="273" y="395"/>
                </a:lnTo>
                <a:lnTo>
                  <a:pt x="280" y="386"/>
                </a:lnTo>
                <a:lnTo>
                  <a:pt x="339" y="386"/>
                </a:lnTo>
                <a:lnTo>
                  <a:pt x="339" y="340"/>
                </a:lnTo>
                <a:lnTo>
                  <a:pt x="346" y="331"/>
                </a:lnTo>
                <a:lnTo>
                  <a:pt x="413" y="331"/>
                </a:lnTo>
                <a:lnTo>
                  <a:pt x="413" y="206"/>
                </a:lnTo>
                <a:lnTo>
                  <a:pt x="346" y="206"/>
                </a:lnTo>
                <a:lnTo>
                  <a:pt x="339" y="199"/>
                </a:lnTo>
                <a:lnTo>
                  <a:pt x="339" y="142"/>
                </a:lnTo>
                <a:lnTo>
                  <a:pt x="152" y="142"/>
                </a:lnTo>
                <a:lnTo>
                  <a:pt x="152" y="199"/>
                </a:lnTo>
                <a:lnTo>
                  <a:pt x="140" y="206"/>
                </a:lnTo>
                <a:lnTo>
                  <a:pt x="80" y="206"/>
                </a:lnTo>
                <a:lnTo>
                  <a:pt x="80" y="331"/>
                </a:lnTo>
                <a:lnTo>
                  <a:pt x="73" y="340"/>
                </a:lnTo>
                <a:lnTo>
                  <a:pt x="12" y="340"/>
                </a:lnTo>
                <a:lnTo>
                  <a:pt x="0" y="331"/>
                </a:lnTo>
                <a:lnTo>
                  <a:pt x="0" y="206"/>
                </a:lnTo>
                <a:lnTo>
                  <a:pt x="12" y="199"/>
                </a:lnTo>
                <a:lnTo>
                  <a:pt x="73" y="199"/>
                </a:lnTo>
                <a:lnTo>
                  <a:pt x="73" y="74"/>
                </a:lnTo>
                <a:lnTo>
                  <a:pt x="80" y="65"/>
                </a:lnTo>
                <a:lnTo>
                  <a:pt x="199" y="65"/>
                </a:lnTo>
                <a:lnTo>
                  <a:pt x="199" y="11"/>
                </a:lnTo>
                <a:lnTo>
                  <a:pt x="213" y="0"/>
                </a:lnTo>
              </a:path>
            </a:pathLst>
          </a:custGeom>
          <a:solidFill>
            <a:srgbClr val="0000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565150" y="3414712"/>
            <a:ext cx="247650" cy="438150"/>
          </a:xfrm>
          <a:custGeom>
            <a:avLst/>
            <a:gdLst/>
            <a:ahLst/>
            <a:cxnLst/>
            <a:rect l="l" t="t" r="r" b="b"/>
            <a:pathLst>
              <a:path w="627" h="1112" extrusionOk="0">
                <a:moveTo>
                  <a:pt x="309" y="206"/>
                </a:moveTo>
                <a:lnTo>
                  <a:pt x="370" y="206"/>
                </a:lnTo>
                <a:lnTo>
                  <a:pt x="370" y="715"/>
                </a:lnTo>
                <a:lnTo>
                  <a:pt x="137" y="715"/>
                </a:lnTo>
                <a:lnTo>
                  <a:pt x="137" y="595"/>
                </a:lnTo>
                <a:lnTo>
                  <a:pt x="178" y="595"/>
                </a:lnTo>
                <a:lnTo>
                  <a:pt x="190" y="584"/>
                </a:lnTo>
                <a:lnTo>
                  <a:pt x="190" y="463"/>
                </a:lnTo>
                <a:lnTo>
                  <a:pt x="244" y="463"/>
                </a:lnTo>
                <a:lnTo>
                  <a:pt x="250" y="452"/>
                </a:lnTo>
                <a:lnTo>
                  <a:pt x="250" y="340"/>
                </a:lnTo>
                <a:lnTo>
                  <a:pt x="303" y="340"/>
                </a:lnTo>
                <a:lnTo>
                  <a:pt x="309" y="331"/>
                </a:lnTo>
                <a:lnTo>
                  <a:pt x="309" y="206"/>
                </a:lnTo>
                <a:close/>
                <a:moveTo>
                  <a:pt x="376" y="0"/>
                </a:moveTo>
                <a:lnTo>
                  <a:pt x="489" y="0"/>
                </a:lnTo>
                <a:lnTo>
                  <a:pt x="501" y="11"/>
                </a:lnTo>
                <a:lnTo>
                  <a:pt x="501" y="715"/>
                </a:lnTo>
                <a:lnTo>
                  <a:pt x="614" y="715"/>
                </a:lnTo>
                <a:lnTo>
                  <a:pt x="626" y="726"/>
                </a:lnTo>
                <a:lnTo>
                  <a:pt x="626" y="848"/>
                </a:lnTo>
                <a:lnTo>
                  <a:pt x="614" y="858"/>
                </a:lnTo>
                <a:lnTo>
                  <a:pt x="501" y="858"/>
                </a:lnTo>
                <a:lnTo>
                  <a:pt x="501" y="1102"/>
                </a:lnTo>
                <a:lnTo>
                  <a:pt x="489" y="1111"/>
                </a:lnTo>
                <a:lnTo>
                  <a:pt x="376" y="1111"/>
                </a:lnTo>
                <a:lnTo>
                  <a:pt x="370" y="1102"/>
                </a:lnTo>
                <a:lnTo>
                  <a:pt x="370" y="858"/>
                </a:lnTo>
                <a:lnTo>
                  <a:pt x="11" y="858"/>
                </a:lnTo>
                <a:lnTo>
                  <a:pt x="0" y="848"/>
                </a:lnTo>
                <a:lnTo>
                  <a:pt x="0" y="659"/>
                </a:lnTo>
                <a:lnTo>
                  <a:pt x="11" y="650"/>
                </a:lnTo>
                <a:lnTo>
                  <a:pt x="65" y="650"/>
                </a:lnTo>
                <a:lnTo>
                  <a:pt x="65" y="527"/>
                </a:lnTo>
                <a:lnTo>
                  <a:pt x="71" y="518"/>
                </a:lnTo>
                <a:lnTo>
                  <a:pt x="125" y="518"/>
                </a:lnTo>
                <a:lnTo>
                  <a:pt x="125" y="395"/>
                </a:lnTo>
                <a:lnTo>
                  <a:pt x="137" y="386"/>
                </a:lnTo>
                <a:lnTo>
                  <a:pt x="178" y="386"/>
                </a:lnTo>
                <a:lnTo>
                  <a:pt x="178" y="274"/>
                </a:lnTo>
                <a:lnTo>
                  <a:pt x="190" y="263"/>
                </a:lnTo>
                <a:lnTo>
                  <a:pt x="244" y="263"/>
                </a:lnTo>
                <a:lnTo>
                  <a:pt x="244" y="206"/>
                </a:lnTo>
                <a:lnTo>
                  <a:pt x="250" y="199"/>
                </a:lnTo>
                <a:lnTo>
                  <a:pt x="303" y="199"/>
                </a:lnTo>
                <a:lnTo>
                  <a:pt x="303" y="74"/>
                </a:lnTo>
                <a:lnTo>
                  <a:pt x="309" y="65"/>
                </a:lnTo>
                <a:lnTo>
                  <a:pt x="370" y="65"/>
                </a:lnTo>
                <a:lnTo>
                  <a:pt x="370" y="11"/>
                </a:lnTo>
                <a:lnTo>
                  <a:pt x="376" y="0"/>
                </a:lnTo>
                <a:close/>
              </a:path>
            </a:pathLst>
          </a:custGeom>
          <a:solidFill>
            <a:srgbClr val="0000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654050" y="5135562"/>
            <a:ext cx="247650" cy="438150"/>
          </a:xfrm>
          <a:custGeom>
            <a:avLst/>
            <a:gdLst/>
            <a:ahLst/>
            <a:cxnLst/>
            <a:rect l="l" t="t" r="r" b="b"/>
            <a:pathLst>
              <a:path w="627" h="1113" extrusionOk="0">
                <a:moveTo>
                  <a:pt x="190" y="0"/>
                </a:moveTo>
                <a:lnTo>
                  <a:pt x="614" y="0"/>
                </a:lnTo>
                <a:lnTo>
                  <a:pt x="626" y="9"/>
                </a:lnTo>
                <a:lnTo>
                  <a:pt x="626" y="63"/>
                </a:lnTo>
                <a:lnTo>
                  <a:pt x="614" y="74"/>
                </a:lnTo>
                <a:lnTo>
                  <a:pt x="561" y="74"/>
                </a:lnTo>
                <a:lnTo>
                  <a:pt x="561" y="131"/>
                </a:lnTo>
                <a:lnTo>
                  <a:pt x="555" y="140"/>
                </a:lnTo>
                <a:lnTo>
                  <a:pt x="190" y="140"/>
                </a:lnTo>
                <a:lnTo>
                  <a:pt x="190" y="330"/>
                </a:lnTo>
                <a:lnTo>
                  <a:pt x="303" y="330"/>
                </a:lnTo>
                <a:lnTo>
                  <a:pt x="309" y="340"/>
                </a:lnTo>
                <a:lnTo>
                  <a:pt x="309" y="384"/>
                </a:lnTo>
                <a:lnTo>
                  <a:pt x="429" y="384"/>
                </a:lnTo>
                <a:lnTo>
                  <a:pt x="436" y="395"/>
                </a:lnTo>
                <a:lnTo>
                  <a:pt x="436" y="453"/>
                </a:lnTo>
                <a:lnTo>
                  <a:pt x="555" y="453"/>
                </a:lnTo>
                <a:lnTo>
                  <a:pt x="561" y="461"/>
                </a:lnTo>
                <a:lnTo>
                  <a:pt x="561" y="585"/>
                </a:lnTo>
                <a:lnTo>
                  <a:pt x="614" y="585"/>
                </a:lnTo>
                <a:lnTo>
                  <a:pt x="626" y="593"/>
                </a:lnTo>
                <a:lnTo>
                  <a:pt x="626" y="906"/>
                </a:lnTo>
                <a:lnTo>
                  <a:pt x="614" y="915"/>
                </a:lnTo>
                <a:lnTo>
                  <a:pt x="561" y="915"/>
                </a:lnTo>
                <a:lnTo>
                  <a:pt x="561" y="1038"/>
                </a:lnTo>
                <a:lnTo>
                  <a:pt x="555" y="1046"/>
                </a:lnTo>
                <a:lnTo>
                  <a:pt x="436" y="1046"/>
                </a:lnTo>
                <a:lnTo>
                  <a:pt x="436" y="1101"/>
                </a:lnTo>
                <a:lnTo>
                  <a:pt x="429" y="1112"/>
                </a:lnTo>
                <a:lnTo>
                  <a:pt x="71" y="1112"/>
                </a:lnTo>
                <a:lnTo>
                  <a:pt x="65" y="1101"/>
                </a:lnTo>
                <a:lnTo>
                  <a:pt x="65" y="1046"/>
                </a:lnTo>
                <a:lnTo>
                  <a:pt x="11" y="1046"/>
                </a:lnTo>
                <a:lnTo>
                  <a:pt x="0" y="1038"/>
                </a:lnTo>
                <a:lnTo>
                  <a:pt x="0" y="915"/>
                </a:lnTo>
                <a:lnTo>
                  <a:pt x="11" y="906"/>
                </a:lnTo>
                <a:lnTo>
                  <a:pt x="125" y="906"/>
                </a:lnTo>
                <a:lnTo>
                  <a:pt x="137" y="915"/>
                </a:lnTo>
                <a:lnTo>
                  <a:pt x="137" y="970"/>
                </a:lnTo>
                <a:lnTo>
                  <a:pt x="178" y="970"/>
                </a:lnTo>
                <a:lnTo>
                  <a:pt x="190" y="981"/>
                </a:lnTo>
                <a:lnTo>
                  <a:pt x="190" y="1038"/>
                </a:lnTo>
                <a:lnTo>
                  <a:pt x="370" y="1038"/>
                </a:lnTo>
                <a:lnTo>
                  <a:pt x="370" y="981"/>
                </a:lnTo>
                <a:lnTo>
                  <a:pt x="376" y="970"/>
                </a:lnTo>
                <a:lnTo>
                  <a:pt x="429" y="970"/>
                </a:lnTo>
                <a:lnTo>
                  <a:pt x="429" y="915"/>
                </a:lnTo>
                <a:lnTo>
                  <a:pt x="436" y="906"/>
                </a:lnTo>
                <a:lnTo>
                  <a:pt x="489" y="906"/>
                </a:lnTo>
                <a:lnTo>
                  <a:pt x="489" y="659"/>
                </a:lnTo>
                <a:lnTo>
                  <a:pt x="436" y="659"/>
                </a:lnTo>
                <a:lnTo>
                  <a:pt x="429" y="649"/>
                </a:lnTo>
                <a:lnTo>
                  <a:pt x="429" y="593"/>
                </a:lnTo>
                <a:lnTo>
                  <a:pt x="376" y="593"/>
                </a:lnTo>
                <a:lnTo>
                  <a:pt x="370" y="585"/>
                </a:lnTo>
                <a:lnTo>
                  <a:pt x="370" y="527"/>
                </a:lnTo>
                <a:lnTo>
                  <a:pt x="250" y="527"/>
                </a:lnTo>
                <a:lnTo>
                  <a:pt x="244" y="517"/>
                </a:lnTo>
                <a:lnTo>
                  <a:pt x="244" y="461"/>
                </a:lnTo>
                <a:lnTo>
                  <a:pt x="71" y="461"/>
                </a:lnTo>
                <a:lnTo>
                  <a:pt x="65" y="453"/>
                </a:lnTo>
                <a:lnTo>
                  <a:pt x="65" y="272"/>
                </a:lnTo>
                <a:lnTo>
                  <a:pt x="71" y="264"/>
                </a:lnTo>
                <a:lnTo>
                  <a:pt x="125" y="264"/>
                </a:lnTo>
                <a:lnTo>
                  <a:pt x="125" y="140"/>
                </a:lnTo>
                <a:lnTo>
                  <a:pt x="137" y="131"/>
                </a:lnTo>
                <a:lnTo>
                  <a:pt x="178" y="131"/>
                </a:lnTo>
                <a:lnTo>
                  <a:pt x="178" y="9"/>
                </a:lnTo>
                <a:lnTo>
                  <a:pt x="190" y="0"/>
                </a:lnTo>
              </a:path>
            </a:pathLst>
          </a:custGeom>
          <a:solidFill>
            <a:srgbClr val="0000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276" name="Google Shape;276;p2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858837" marR="0" lvl="1" indent="-285749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Command is syntactically valid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Operands are syntactically valid.</a:t>
            </a:r>
            <a:endParaRPr/>
          </a:p>
        </p:txBody>
      </p:sp>
      <p:grpSp>
        <p:nvGrpSpPr>
          <p:cNvPr id="277" name="Google Shape;277;p29"/>
          <p:cNvGrpSpPr/>
          <p:nvPr/>
        </p:nvGrpSpPr>
        <p:grpSpPr>
          <a:xfrm>
            <a:off x="460375" y="1912937"/>
            <a:ext cx="500062" cy="415925"/>
            <a:chOff x="336" y="1296"/>
            <a:chExt cx="285" cy="238"/>
          </a:xfrm>
        </p:grpSpPr>
        <p:sp>
          <p:nvSpPr>
            <p:cNvPr id="278" name="Google Shape;278;p29"/>
            <p:cNvSpPr/>
            <p:nvPr/>
          </p:nvSpPr>
          <p:spPr>
            <a:xfrm>
              <a:off x="336" y="1296"/>
              <a:ext cx="105" cy="238"/>
            </a:xfrm>
            <a:custGeom>
              <a:avLst/>
              <a:gdLst/>
              <a:ahLst/>
              <a:cxnLst/>
              <a:rect l="l" t="t" r="r" b="b"/>
              <a:pathLst>
                <a:path w="468" h="1055" extrusionOk="0">
                  <a:moveTo>
                    <a:pt x="232" y="0"/>
                  </a:moveTo>
                  <a:lnTo>
                    <a:pt x="284" y="0"/>
                  </a:lnTo>
                  <a:lnTo>
                    <a:pt x="292" y="9"/>
                  </a:lnTo>
                  <a:lnTo>
                    <a:pt x="292" y="985"/>
                  </a:lnTo>
                  <a:lnTo>
                    <a:pt x="457" y="985"/>
                  </a:lnTo>
                  <a:lnTo>
                    <a:pt x="467" y="993"/>
                  </a:lnTo>
                  <a:lnTo>
                    <a:pt x="467" y="1045"/>
                  </a:lnTo>
                  <a:lnTo>
                    <a:pt x="457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67" y="985"/>
                  </a:lnTo>
                  <a:lnTo>
                    <a:pt x="167" y="195"/>
                  </a:lnTo>
                  <a:lnTo>
                    <a:pt x="66" y="195"/>
                  </a:lnTo>
                  <a:lnTo>
                    <a:pt x="59" y="188"/>
                  </a:lnTo>
                  <a:lnTo>
                    <a:pt x="59" y="134"/>
                  </a:lnTo>
                  <a:lnTo>
                    <a:pt x="66" y="123"/>
                  </a:lnTo>
                  <a:lnTo>
                    <a:pt x="167" y="123"/>
                  </a:lnTo>
                  <a:lnTo>
                    <a:pt x="167" y="69"/>
                  </a:lnTo>
                  <a:lnTo>
                    <a:pt x="175" y="60"/>
                  </a:lnTo>
                  <a:lnTo>
                    <a:pt x="225" y="60"/>
                  </a:lnTo>
                  <a:lnTo>
                    <a:pt x="225" y="9"/>
                  </a:lnTo>
                  <a:lnTo>
                    <a:pt x="232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489" y="1296"/>
              <a:ext cx="132" cy="238"/>
            </a:xfrm>
            <a:custGeom>
              <a:avLst/>
              <a:gdLst/>
              <a:ahLst/>
              <a:cxnLst/>
              <a:rect l="l" t="t" r="r" b="b"/>
              <a:pathLst>
                <a:path w="588" h="1055" extrusionOk="0">
                  <a:moveTo>
                    <a:pt x="236" y="69"/>
                  </a:moveTo>
                  <a:lnTo>
                    <a:pt x="345" y="69"/>
                  </a:lnTo>
                  <a:lnTo>
                    <a:pt x="345" y="123"/>
                  </a:lnTo>
                  <a:lnTo>
                    <a:pt x="353" y="134"/>
                  </a:lnTo>
                  <a:lnTo>
                    <a:pt x="403" y="134"/>
                  </a:lnTo>
                  <a:lnTo>
                    <a:pt x="403" y="249"/>
                  </a:lnTo>
                  <a:lnTo>
                    <a:pt x="411" y="260"/>
                  </a:lnTo>
                  <a:lnTo>
                    <a:pt x="461" y="260"/>
                  </a:lnTo>
                  <a:lnTo>
                    <a:pt x="461" y="740"/>
                  </a:lnTo>
                  <a:lnTo>
                    <a:pt x="411" y="740"/>
                  </a:lnTo>
                  <a:lnTo>
                    <a:pt x="403" y="751"/>
                  </a:lnTo>
                  <a:lnTo>
                    <a:pt x="403" y="920"/>
                  </a:lnTo>
                  <a:lnTo>
                    <a:pt x="353" y="920"/>
                  </a:lnTo>
                  <a:lnTo>
                    <a:pt x="345" y="931"/>
                  </a:lnTo>
                  <a:lnTo>
                    <a:pt x="345" y="985"/>
                  </a:lnTo>
                  <a:lnTo>
                    <a:pt x="236" y="985"/>
                  </a:lnTo>
                  <a:lnTo>
                    <a:pt x="236" y="931"/>
                  </a:lnTo>
                  <a:lnTo>
                    <a:pt x="228" y="920"/>
                  </a:lnTo>
                  <a:lnTo>
                    <a:pt x="176" y="920"/>
                  </a:lnTo>
                  <a:lnTo>
                    <a:pt x="176" y="751"/>
                  </a:lnTo>
                  <a:lnTo>
                    <a:pt x="168" y="740"/>
                  </a:lnTo>
                  <a:lnTo>
                    <a:pt x="126" y="740"/>
                  </a:lnTo>
                  <a:lnTo>
                    <a:pt x="126" y="260"/>
                  </a:lnTo>
                  <a:lnTo>
                    <a:pt x="168" y="260"/>
                  </a:lnTo>
                  <a:lnTo>
                    <a:pt x="176" y="249"/>
                  </a:lnTo>
                  <a:lnTo>
                    <a:pt x="176" y="134"/>
                  </a:lnTo>
                  <a:lnTo>
                    <a:pt x="228" y="134"/>
                  </a:lnTo>
                  <a:lnTo>
                    <a:pt x="236" y="123"/>
                  </a:lnTo>
                  <a:lnTo>
                    <a:pt x="236" y="69"/>
                  </a:lnTo>
                  <a:close/>
                  <a:moveTo>
                    <a:pt x="176" y="0"/>
                  </a:moveTo>
                  <a:lnTo>
                    <a:pt x="403" y="0"/>
                  </a:lnTo>
                  <a:lnTo>
                    <a:pt x="411" y="9"/>
                  </a:lnTo>
                  <a:lnTo>
                    <a:pt x="411" y="60"/>
                  </a:lnTo>
                  <a:lnTo>
                    <a:pt x="461" y="60"/>
                  </a:lnTo>
                  <a:lnTo>
                    <a:pt x="470" y="69"/>
                  </a:lnTo>
                  <a:lnTo>
                    <a:pt x="470" y="123"/>
                  </a:lnTo>
                  <a:lnTo>
                    <a:pt x="521" y="123"/>
                  </a:lnTo>
                  <a:lnTo>
                    <a:pt x="530" y="134"/>
                  </a:lnTo>
                  <a:lnTo>
                    <a:pt x="530" y="249"/>
                  </a:lnTo>
                  <a:lnTo>
                    <a:pt x="579" y="249"/>
                  </a:lnTo>
                  <a:lnTo>
                    <a:pt x="587" y="260"/>
                  </a:lnTo>
                  <a:lnTo>
                    <a:pt x="587" y="805"/>
                  </a:lnTo>
                  <a:lnTo>
                    <a:pt x="579" y="814"/>
                  </a:lnTo>
                  <a:lnTo>
                    <a:pt x="530" y="814"/>
                  </a:lnTo>
                  <a:lnTo>
                    <a:pt x="530" y="920"/>
                  </a:lnTo>
                  <a:lnTo>
                    <a:pt x="521" y="931"/>
                  </a:lnTo>
                  <a:lnTo>
                    <a:pt x="470" y="931"/>
                  </a:lnTo>
                  <a:lnTo>
                    <a:pt x="470" y="985"/>
                  </a:lnTo>
                  <a:lnTo>
                    <a:pt x="461" y="993"/>
                  </a:lnTo>
                  <a:lnTo>
                    <a:pt x="411" y="993"/>
                  </a:lnTo>
                  <a:lnTo>
                    <a:pt x="411" y="1045"/>
                  </a:lnTo>
                  <a:lnTo>
                    <a:pt x="403" y="1054"/>
                  </a:lnTo>
                  <a:lnTo>
                    <a:pt x="176" y="1054"/>
                  </a:lnTo>
                  <a:lnTo>
                    <a:pt x="168" y="1045"/>
                  </a:lnTo>
                  <a:lnTo>
                    <a:pt x="168" y="993"/>
                  </a:lnTo>
                  <a:lnTo>
                    <a:pt x="126" y="993"/>
                  </a:lnTo>
                  <a:lnTo>
                    <a:pt x="118" y="985"/>
                  </a:lnTo>
                  <a:lnTo>
                    <a:pt x="118" y="931"/>
                  </a:lnTo>
                  <a:lnTo>
                    <a:pt x="66" y="931"/>
                  </a:lnTo>
                  <a:lnTo>
                    <a:pt x="59" y="920"/>
                  </a:lnTo>
                  <a:lnTo>
                    <a:pt x="59" y="814"/>
                  </a:lnTo>
                  <a:lnTo>
                    <a:pt x="9" y="814"/>
                  </a:lnTo>
                  <a:lnTo>
                    <a:pt x="0" y="805"/>
                  </a:lnTo>
                  <a:lnTo>
                    <a:pt x="0" y="260"/>
                  </a:lnTo>
                  <a:lnTo>
                    <a:pt x="9" y="249"/>
                  </a:lnTo>
                  <a:lnTo>
                    <a:pt x="59" y="249"/>
                  </a:lnTo>
                  <a:lnTo>
                    <a:pt x="59" y="134"/>
                  </a:lnTo>
                  <a:lnTo>
                    <a:pt x="66" y="123"/>
                  </a:lnTo>
                  <a:lnTo>
                    <a:pt x="118" y="123"/>
                  </a:lnTo>
                  <a:lnTo>
                    <a:pt x="118" y="69"/>
                  </a:lnTo>
                  <a:lnTo>
                    <a:pt x="126" y="60"/>
                  </a:lnTo>
                  <a:lnTo>
                    <a:pt x="168" y="60"/>
                  </a:lnTo>
                  <a:lnTo>
                    <a:pt x="168" y="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0" name="Google Shape;280;p29"/>
          <p:cNvGrpSpPr/>
          <p:nvPr/>
        </p:nvGrpSpPr>
        <p:grpSpPr>
          <a:xfrm>
            <a:off x="504825" y="3024187"/>
            <a:ext cx="498475" cy="415925"/>
            <a:chOff x="288" y="1728"/>
            <a:chExt cx="285" cy="238"/>
          </a:xfrm>
        </p:grpSpPr>
        <p:sp>
          <p:nvSpPr>
            <p:cNvPr id="281" name="Google Shape;281;p29"/>
            <p:cNvSpPr/>
            <p:nvPr/>
          </p:nvSpPr>
          <p:spPr>
            <a:xfrm>
              <a:off x="288" y="1728"/>
              <a:ext cx="110" cy="238"/>
            </a:xfrm>
            <a:custGeom>
              <a:avLst/>
              <a:gdLst/>
              <a:ahLst/>
              <a:cxnLst/>
              <a:rect l="l" t="t" r="r" b="b"/>
              <a:pathLst>
                <a:path w="490" h="1055" extrusionOk="0">
                  <a:moveTo>
                    <a:pt x="243" y="0"/>
                  </a:moveTo>
                  <a:lnTo>
                    <a:pt x="297" y="0"/>
                  </a:lnTo>
                  <a:lnTo>
                    <a:pt x="305" y="9"/>
                  </a:lnTo>
                  <a:lnTo>
                    <a:pt x="305" y="985"/>
                  </a:lnTo>
                  <a:lnTo>
                    <a:pt x="481" y="985"/>
                  </a:lnTo>
                  <a:lnTo>
                    <a:pt x="489" y="993"/>
                  </a:lnTo>
                  <a:lnTo>
                    <a:pt x="489" y="1045"/>
                  </a:lnTo>
                  <a:lnTo>
                    <a:pt x="481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75" y="985"/>
                  </a:lnTo>
                  <a:lnTo>
                    <a:pt x="175" y="195"/>
                  </a:lnTo>
                  <a:lnTo>
                    <a:pt x="70" y="195"/>
                  </a:lnTo>
                  <a:lnTo>
                    <a:pt x="61" y="188"/>
                  </a:lnTo>
                  <a:lnTo>
                    <a:pt x="61" y="134"/>
                  </a:lnTo>
                  <a:lnTo>
                    <a:pt x="70" y="123"/>
                  </a:lnTo>
                  <a:lnTo>
                    <a:pt x="175" y="123"/>
                  </a:lnTo>
                  <a:lnTo>
                    <a:pt x="175" y="69"/>
                  </a:lnTo>
                  <a:lnTo>
                    <a:pt x="183" y="60"/>
                  </a:lnTo>
                  <a:lnTo>
                    <a:pt x="236" y="60"/>
                  </a:lnTo>
                  <a:lnTo>
                    <a:pt x="236" y="9"/>
                  </a:lnTo>
                  <a:lnTo>
                    <a:pt x="243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463" y="1728"/>
              <a:ext cx="110" cy="238"/>
            </a:xfrm>
            <a:custGeom>
              <a:avLst/>
              <a:gdLst/>
              <a:ahLst/>
              <a:cxnLst/>
              <a:rect l="l" t="t" r="r" b="b"/>
              <a:pathLst>
                <a:path w="490" h="1055" extrusionOk="0">
                  <a:moveTo>
                    <a:pt x="243" y="0"/>
                  </a:moveTo>
                  <a:lnTo>
                    <a:pt x="297" y="0"/>
                  </a:lnTo>
                  <a:lnTo>
                    <a:pt x="304" y="9"/>
                  </a:lnTo>
                  <a:lnTo>
                    <a:pt x="304" y="985"/>
                  </a:lnTo>
                  <a:lnTo>
                    <a:pt x="479" y="985"/>
                  </a:lnTo>
                  <a:lnTo>
                    <a:pt x="489" y="993"/>
                  </a:lnTo>
                  <a:lnTo>
                    <a:pt x="489" y="1045"/>
                  </a:lnTo>
                  <a:lnTo>
                    <a:pt x="479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73" y="985"/>
                  </a:lnTo>
                  <a:lnTo>
                    <a:pt x="173" y="195"/>
                  </a:lnTo>
                  <a:lnTo>
                    <a:pt x="70" y="195"/>
                  </a:lnTo>
                  <a:lnTo>
                    <a:pt x="60" y="188"/>
                  </a:lnTo>
                  <a:lnTo>
                    <a:pt x="60" y="134"/>
                  </a:lnTo>
                  <a:lnTo>
                    <a:pt x="70" y="123"/>
                  </a:lnTo>
                  <a:lnTo>
                    <a:pt x="173" y="123"/>
                  </a:lnTo>
                  <a:lnTo>
                    <a:pt x="173" y="69"/>
                  </a:lnTo>
                  <a:lnTo>
                    <a:pt x="184" y="60"/>
                  </a:lnTo>
                  <a:lnTo>
                    <a:pt x="236" y="60"/>
                  </a:lnTo>
                  <a:lnTo>
                    <a:pt x="236" y="9"/>
                  </a:lnTo>
                  <a:lnTo>
                    <a:pt x="243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Three effects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level = safe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level = high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invalid syntax</a:t>
            </a:r>
            <a:endParaRPr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5159375" y="2689225"/>
            <a:ext cx="498475" cy="415925"/>
            <a:chOff x="2977" y="1776"/>
            <a:chExt cx="285" cy="238"/>
          </a:xfrm>
        </p:grpSpPr>
        <p:sp>
          <p:nvSpPr>
            <p:cNvPr id="291" name="Google Shape;291;p30"/>
            <p:cNvSpPr/>
            <p:nvPr/>
          </p:nvSpPr>
          <p:spPr>
            <a:xfrm>
              <a:off x="2977" y="1776"/>
              <a:ext cx="152" cy="238"/>
            </a:xfrm>
            <a:custGeom>
              <a:avLst/>
              <a:gdLst/>
              <a:ahLst/>
              <a:cxnLst/>
              <a:rect l="l" t="t" r="r" b="b"/>
              <a:pathLst>
                <a:path w="675" h="1055" extrusionOk="0">
                  <a:moveTo>
                    <a:pt x="7" y="0"/>
                  </a:moveTo>
                  <a:lnTo>
                    <a:pt x="612" y="0"/>
                  </a:lnTo>
                  <a:lnTo>
                    <a:pt x="619" y="9"/>
                  </a:lnTo>
                  <a:lnTo>
                    <a:pt x="619" y="249"/>
                  </a:lnTo>
                  <a:lnTo>
                    <a:pt x="612" y="260"/>
                  </a:lnTo>
                  <a:lnTo>
                    <a:pt x="569" y="260"/>
                  </a:lnTo>
                  <a:lnTo>
                    <a:pt x="559" y="249"/>
                  </a:lnTo>
                  <a:lnTo>
                    <a:pt x="559" y="134"/>
                  </a:lnTo>
                  <a:lnTo>
                    <a:pt x="523" y="134"/>
                  </a:lnTo>
                  <a:lnTo>
                    <a:pt x="516" y="123"/>
                  </a:lnTo>
                  <a:lnTo>
                    <a:pt x="516" y="69"/>
                  </a:lnTo>
                  <a:lnTo>
                    <a:pt x="208" y="69"/>
                  </a:lnTo>
                  <a:lnTo>
                    <a:pt x="208" y="491"/>
                  </a:lnTo>
                  <a:lnTo>
                    <a:pt x="463" y="491"/>
                  </a:lnTo>
                  <a:lnTo>
                    <a:pt x="463" y="374"/>
                  </a:lnTo>
                  <a:lnTo>
                    <a:pt x="470" y="365"/>
                  </a:lnTo>
                  <a:lnTo>
                    <a:pt x="516" y="365"/>
                  </a:lnTo>
                  <a:lnTo>
                    <a:pt x="523" y="374"/>
                  </a:lnTo>
                  <a:lnTo>
                    <a:pt x="523" y="679"/>
                  </a:lnTo>
                  <a:lnTo>
                    <a:pt x="516" y="688"/>
                  </a:lnTo>
                  <a:lnTo>
                    <a:pt x="470" y="688"/>
                  </a:lnTo>
                  <a:lnTo>
                    <a:pt x="463" y="679"/>
                  </a:lnTo>
                  <a:lnTo>
                    <a:pt x="463" y="563"/>
                  </a:lnTo>
                  <a:lnTo>
                    <a:pt x="208" y="563"/>
                  </a:lnTo>
                  <a:lnTo>
                    <a:pt x="208" y="985"/>
                  </a:lnTo>
                  <a:lnTo>
                    <a:pt x="559" y="985"/>
                  </a:lnTo>
                  <a:lnTo>
                    <a:pt x="559" y="931"/>
                  </a:lnTo>
                  <a:lnTo>
                    <a:pt x="569" y="920"/>
                  </a:lnTo>
                  <a:lnTo>
                    <a:pt x="612" y="920"/>
                  </a:lnTo>
                  <a:lnTo>
                    <a:pt x="612" y="814"/>
                  </a:lnTo>
                  <a:lnTo>
                    <a:pt x="619" y="805"/>
                  </a:lnTo>
                  <a:lnTo>
                    <a:pt x="666" y="805"/>
                  </a:lnTo>
                  <a:lnTo>
                    <a:pt x="674" y="814"/>
                  </a:lnTo>
                  <a:lnTo>
                    <a:pt x="674" y="1045"/>
                  </a:lnTo>
                  <a:lnTo>
                    <a:pt x="666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05" y="985"/>
                  </a:lnTo>
                  <a:lnTo>
                    <a:pt x="105" y="69"/>
                  </a:lnTo>
                  <a:lnTo>
                    <a:pt x="7" y="69"/>
                  </a:lnTo>
                  <a:lnTo>
                    <a:pt x="0" y="60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3169" y="1776"/>
              <a:ext cx="93" cy="238"/>
            </a:xfrm>
            <a:custGeom>
              <a:avLst/>
              <a:gdLst/>
              <a:ahLst/>
              <a:cxnLst/>
              <a:rect l="l" t="t" r="r" b="b"/>
              <a:pathLst>
                <a:path w="416" h="1055" extrusionOk="0">
                  <a:moveTo>
                    <a:pt x="207" y="0"/>
                  </a:moveTo>
                  <a:lnTo>
                    <a:pt x="251" y="0"/>
                  </a:lnTo>
                  <a:lnTo>
                    <a:pt x="259" y="9"/>
                  </a:lnTo>
                  <a:lnTo>
                    <a:pt x="259" y="985"/>
                  </a:lnTo>
                  <a:lnTo>
                    <a:pt x="407" y="985"/>
                  </a:lnTo>
                  <a:lnTo>
                    <a:pt x="415" y="993"/>
                  </a:lnTo>
                  <a:lnTo>
                    <a:pt x="415" y="1045"/>
                  </a:lnTo>
                  <a:lnTo>
                    <a:pt x="407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48" y="985"/>
                  </a:lnTo>
                  <a:lnTo>
                    <a:pt x="148" y="195"/>
                  </a:lnTo>
                  <a:lnTo>
                    <a:pt x="60" y="195"/>
                  </a:lnTo>
                  <a:lnTo>
                    <a:pt x="53" y="188"/>
                  </a:lnTo>
                  <a:lnTo>
                    <a:pt x="53" y="134"/>
                  </a:lnTo>
                  <a:lnTo>
                    <a:pt x="60" y="123"/>
                  </a:lnTo>
                  <a:lnTo>
                    <a:pt x="148" y="123"/>
                  </a:lnTo>
                  <a:lnTo>
                    <a:pt x="148" y="69"/>
                  </a:lnTo>
                  <a:lnTo>
                    <a:pt x="156" y="60"/>
                  </a:lnTo>
                  <a:lnTo>
                    <a:pt x="201" y="60"/>
                  </a:lnTo>
                  <a:lnTo>
                    <a:pt x="201" y="9"/>
                  </a:lnTo>
                  <a:lnTo>
                    <a:pt x="207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3" name="Google Shape;293;p30"/>
          <p:cNvGrpSpPr/>
          <p:nvPr/>
        </p:nvGrpSpPr>
        <p:grpSpPr>
          <a:xfrm>
            <a:off x="5210175" y="3541712"/>
            <a:ext cx="498475" cy="415925"/>
            <a:chOff x="2977" y="2256"/>
            <a:chExt cx="285" cy="238"/>
          </a:xfrm>
        </p:grpSpPr>
        <p:sp>
          <p:nvSpPr>
            <p:cNvPr id="294" name="Google Shape;294;p30"/>
            <p:cNvSpPr/>
            <p:nvPr/>
          </p:nvSpPr>
          <p:spPr>
            <a:xfrm>
              <a:off x="2977" y="2256"/>
              <a:ext cx="146" cy="238"/>
            </a:xfrm>
            <a:custGeom>
              <a:avLst/>
              <a:gdLst/>
              <a:ahLst/>
              <a:cxnLst/>
              <a:rect l="l" t="t" r="r" b="b"/>
              <a:pathLst>
                <a:path w="649" h="1055" extrusionOk="0">
                  <a:moveTo>
                    <a:pt x="6" y="0"/>
                  </a:moveTo>
                  <a:lnTo>
                    <a:pt x="589" y="0"/>
                  </a:lnTo>
                  <a:lnTo>
                    <a:pt x="595" y="9"/>
                  </a:lnTo>
                  <a:lnTo>
                    <a:pt x="595" y="250"/>
                  </a:lnTo>
                  <a:lnTo>
                    <a:pt x="589" y="259"/>
                  </a:lnTo>
                  <a:lnTo>
                    <a:pt x="547" y="259"/>
                  </a:lnTo>
                  <a:lnTo>
                    <a:pt x="538" y="250"/>
                  </a:lnTo>
                  <a:lnTo>
                    <a:pt x="538" y="134"/>
                  </a:lnTo>
                  <a:lnTo>
                    <a:pt x="503" y="134"/>
                  </a:lnTo>
                  <a:lnTo>
                    <a:pt x="496" y="125"/>
                  </a:lnTo>
                  <a:lnTo>
                    <a:pt x="496" y="71"/>
                  </a:lnTo>
                  <a:lnTo>
                    <a:pt x="201" y="71"/>
                  </a:lnTo>
                  <a:lnTo>
                    <a:pt x="201" y="491"/>
                  </a:lnTo>
                  <a:lnTo>
                    <a:pt x="445" y="491"/>
                  </a:lnTo>
                  <a:lnTo>
                    <a:pt x="445" y="376"/>
                  </a:lnTo>
                  <a:lnTo>
                    <a:pt x="452" y="365"/>
                  </a:lnTo>
                  <a:lnTo>
                    <a:pt x="496" y="365"/>
                  </a:lnTo>
                  <a:lnTo>
                    <a:pt x="503" y="376"/>
                  </a:lnTo>
                  <a:lnTo>
                    <a:pt x="503" y="681"/>
                  </a:lnTo>
                  <a:lnTo>
                    <a:pt x="496" y="689"/>
                  </a:lnTo>
                  <a:lnTo>
                    <a:pt x="452" y="689"/>
                  </a:lnTo>
                  <a:lnTo>
                    <a:pt x="445" y="681"/>
                  </a:lnTo>
                  <a:lnTo>
                    <a:pt x="445" y="563"/>
                  </a:lnTo>
                  <a:lnTo>
                    <a:pt x="201" y="563"/>
                  </a:lnTo>
                  <a:lnTo>
                    <a:pt x="201" y="986"/>
                  </a:lnTo>
                  <a:lnTo>
                    <a:pt x="538" y="986"/>
                  </a:lnTo>
                  <a:lnTo>
                    <a:pt x="538" y="929"/>
                  </a:lnTo>
                  <a:lnTo>
                    <a:pt x="547" y="920"/>
                  </a:lnTo>
                  <a:lnTo>
                    <a:pt x="589" y="920"/>
                  </a:lnTo>
                  <a:lnTo>
                    <a:pt x="589" y="814"/>
                  </a:lnTo>
                  <a:lnTo>
                    <a:pt x="595" y="803"/>
                  </a:lnTo>
                  <a:lnTo>
                    <a:pt x="640" y="803"/>
                  </a:lnTo>
                  <a:lnTo>
                    <a:pt x="648" y="814"/>
                  </a:lnTo>
                  <a:lnTo>
                    <a:pt x="648" y="1045"/>
                  </a:lnTo>
                  <a:lnTo>
                    <a:pt x="640" y="1054"/>
                  </a:lnTo>
                  <a:lnTo>
                    <a:pt x="6" y="1054"/>
                  </a:lnTo>
                  <a:lnTo>
                    <a:pt x="0" y="1045"/>
                  </a:lnTo>
                  <a:lnTo>
                    <a:pt x="0" y="994"/>
                  </a:lnTo>
                  <a:lnTo>
                    <a:pt x="6" y="986"/>
                  </a:lnTo>
                  <a:lnTo>
                    <a:pt x="101" y="986"/>
                  </a:lnTo>
                  <a:lnTo>
                    <a:pt x="101" y="71"/>
                  </a:lnTo>
                  <a:lnTo>
                    <a:pt x="6" y="71"/>
                  </a:lnTo>
                  <a:lnTo>
                    <a:pt x="0" y="60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3150" y="2256"/>
              <a:ext cx="112" cy="238"/>
            </a:xfrm>
            <a:custGeom>
              <a:avLst/>
              <a:gdLst/>
              <a:ahLst/>
              <a:cxnLst/>
              <a:rect l="l" t="t" r="r" b="b"/>
              <a:pathLst>
                <a:path w="499" h="1055" extrusionOk="0">
                  <a:moveTo>
                    <a:pt x="151" y="0"/>
                  </a:moveTo>
                  <a:lnTo>
                    <a:pt x="292" y="0"/>
                  </a:lnTo>
                  <a:lnTo>
                    <a:pt x="299" y="9"/>
                  </a:lnTo>
                  <a:lnTo>
                    <a:pt x="299" y="60"/>
                  </a:lnTo>
                  <a:lnTo>
                    <a:pt x="392" y="60"/>
                  </a:lnTo>
                  <a:lnTo>
                    <a:pt x="399" y="71"/>
                  </a:lnTo>
                  <a:lnTo>
                    <a:pt x="399" y="125"/>
                  </a:lnTo>
                  <a:lnTo>
                    <a:pt x="443" y="125"/>
                  </a:lnTo>
                  <a:lnTo>
                    <a:pt x="450" y="134"/>
                  </a:lnTo>
                  <a:lnTo>
                    <a:pt x="450" y="430"/>
                  </a:lnTo>
                  <a:lnTo>
                    <a:pt x="443" y="439"/>
                  </a:lnTo>
                  <a:lnTo>
                    <a:pt x="399" y="439"/>
                  </a:lnTo>
                  <a:lnTo>
                    <a:pt x="399" y="555"/>
                  </a:lnTo>
                  <a:lnTo>
                    <a:pt x="392" y="563"/>
                  </a:lnTo>
                  <a:lnTo>
                    <a:pt x="348" y="563"/>
                  </a:lnTo>
                  <a:lnTo>
                    <a:pt x="348" y="615"/>
                  </a:lnTo>
                  <a:lnTo>
                    <a:pt x="341" y="624"/>
                  </a:lnTo>
                  <a:lnTo>
                    <a:pt x="299" y="624"/>
                  </a:lnTo>
                  <a:lnTo>
                    <a:pt x="299" y="741"/>
                  </a:lnTo>
                  <a:lnTo>
                    <a:pt x="292" y="750"/>
                  </a:lnTo>
                  <a:lnTo>
                    <a:pt x="248" y="750"/>
                  </a:lnTo>
                  <a:lnTo>
                    <a:pt x="248" y="803"/>
                  </a:lnTo>
                  <a:lnTo>
                    <a:pt x="242" y="814"/>
                  </a:lnTo>
                  <a:lnTo>
                    <a:pt x="200" y="814"/>
                  </a:lnTo>
                  <a:lnTo>
                    <a:pt x="200" y="860"/>
                  </a:lnTo>
                  <a:lnTo>
                    <a:pt x="192" y="868"/>
                  </a:lnTo>
                  <a:lnTo>
                    <a:pt x="151" y="868"/>
                  </a:lnTo>
                  <a:lnTo>
                    <a:pt x="151" y="920"/>
                  </a:lnTo>
                  <a:lnTo>
                    <a:pt x="443" y="920"/>
                  </a:lnTo>
                  <a:lnTo>
                    <a:pt x="443" y="868"/>
                  </a:lnTo>
                  <a:lnTo>
                    <a:pt x="450" y="860"/>
                  </a:lnTo>
                  <a:lnTo>
                    <a:pt x="491" y="860"/>
                  </a:lnTo>
                  <a:lnTo>
                    <a:pt x="498" y="868"/>
                  </a:lnTo>
                  <a:lnTo>
                    <a:pt x="498" y="986"/>
                  </a:lnTo>
                  <a:lnTo>
                    <a:pt x="491" y="994"/>
                  </a:lnTo>
                  <a:lnTo>
                    <a:pt x="450" y="994"/>
                  </a:lnTo>
                  <a:lnTo>
                    <a:pt x="450" y="1045"/>
                  </a:lnTo>
                  <a:lnTo>
                    <a:pt x="443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29"/>
                  </a:lnTo>
                  <a:lnTo>
                    <a:pt x="7" y="920"/>
                  </a:lnTo>
                  <a:lnTo>
                    <a:pt x="49" y="920"/>
                  </a:lnTo>
                  <a:lnTo>
                    <a:pt x="49" y="868"/>
                  </a:lnTo>
                  <a:lnTo>
                    <a:pt x="56" y="860"/>
                  </a:lnTo>
                  <a:lnTo>
                    <a:pt x="100" y="860"/>
                  </a:lnTo>
                  <a:lnTo>
                    <a:pt x="100" y="814"/>
                  </a:lnTo>
                  <a:lnTo>
                    <a:pt x="107" y="803"/>
                  </a:lnTo>
                  <a:lnTo>
                    <a:pt x="141" y="803"/>
                  </a:lnTo>
                  <a:lnTo>
                    <a:pt x="141" y="750"/>
                  </a:lnTo>
                  <a:lnTo>
                    <a:pt x="151" y="741"/>
                  </a:lnTo>
                  <a:lnTo>
                    <a:pt x="192" y="741"/>
                  </a:lnTo>
                  <a:lnTo>
                    <a:pt x="192" y="689"/>
                  </a:lnTo>
                  <a:lnTo>
                    <a:pt x="200" y="681"/>
                  </a:lnTo>
                  <a:lnTo>
                    <a:pt x="242" y="681"/>
                  </a:lnTo>
                  <a:lnTo>
                    <a:pt x="242" y="563"/>
                  </a:lnTo>
                  <a:lnTo>
                    <a:pt x="248" y="555"/>
                  </a:lnTo>
                  <a:lnTo>
                    <a:pt x="292" y="555"/>
                  </a:lnTo>
                  <a:lnTo>
                    <a:pt x="292" y="439"/>
                  </a:lnTo>
                  <a:lnTo>
                    <a:pt x="299" y="430"/>
                  </a:lnTo>
                  <a:lnTo>
                    <a:pt x="341" y="430"/>
                  </a:lnTo>
                  <a:lnTo>
                    <a:pt x="341" y="194"/>
                  </a:lnTo>
                  <a:lnTo>
                    <a:pt x="299" y="194"/>
                  </a:lnTo>
                  <a:lnTo>
                    <a:pt x="292" y="188"/>
                  </a:lnTo>
                  <a:lnTo>
                    <a:pt x="292" y="134"/>
                  </a:lnTo>
                  <a:lnTo>
                    <a:pt x="107" y="134"/>
                  </a:lnTo>
                  <a:lnTo>
                    <a:pt x="107" y="188"/>
                  </a:lnTo>
                  <a:lnTo>
                    <a:pt x="100" y="194"/>
                  </a:lnTo>
                  <a:lnTo>
                    <a:pt x="56" y="194"/>
                  </a:lnTo>
                  <a:lnTo>
                    <a:pt x="56" y="313"/>
                  </a:lnTo>
                  <a:lnTo>
                    <a:pt x="49" y="321"/>
                  </a:lnTo>
                  <a:lnTo>
                    <a:pt x="7" y="321"/>
                  </a:lnTo>
                  <a:lnTo>
                    <a:pt x="0" y="313"/>
                  </a:lnTo>
                  <a:lnTo>
                    <a:pt x="0" y="194"/>
                  </a:lnTo>
                  <a:lnTo>
                    <a:pt x="7" y="188"/>
                  </a:lnTo>
                  <a:lnTo>
                    <a:pt x="49" y="188"/>
                  </a:lnTo>
                  <a:lnTo>
                    <a:pt x="49" y="71"/>
                  </a:lnTo>
                  <a:lnTo>
                    <a:pt x="56" y="60"/>
                  </a:lnTo>
                  <a:lnTo>
                    <a:pt x="141" y="60"/>
                  </a:lnTo>
                  <a:lnTo>
                    <a:pt x="141" y="9"/>
                  </a:lnTo>
                  <a:lnTo>
                    <a:pt x="151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5273675" y="4292600"/>
            <a:ext cx="498475" cy="415925"/>
            <a:chOff x="2977" y="2736"/>
            <a:chExt cx="285" cy="238"/>
          </a:xfrm>
        </p:grpSpPr>
        <p:sp>
          <p:nvSpPr>
            <p:cNvPr id="297" name="Google Shape;297;p30"/>
            <p:cNvSpPr/>
            <p:nvPr/>
          </p:nvSpPr>
          <p:spPr>
            <a:xfrm>
              <a:off x="2977" y="2736"/>
              <a:ext cx="152" cy="238"/>
            </a:xfrm>
            <a:custGeom>
              <a:avLst/>
              <a:gdLst/>
              <a:ahLst/>
              <a:cxnLst/>
              <a:rect l="l" t="t" r="r" b="b"/>
              <a:pathLst>
                <a:path w="675" h="1055" extrusionOk="0">
                  <a:moveTo>
                    <a:pt x="7" y="0"/>
                  </a:moveTo>
                  <a:lnTo>
                    <a:pt x="612" y="0"/>
                  </a:lnTo>
                  <a:lnTo>
                    <a:pt x="619" y="9"/>
                  </a:lnTo>
                  <a:lnTo>
                    <a:pt x="619" y="249"/>
                  </a:lnTo>
                  <a:lnTo>
                    <a:pt x="612" y="260"/>
                  </a:lnTo>
                  <a:lnTo>
                    <a:pt x="569" y="260"/>
                  </a:lnTo>
                  <a:lnTo>
                    <a:pt x="559" y="249"/>
                  </a:lnTo>
                  <a:lnTo>
                    <a:pt x="559" y="134"/>
                  </a:lnTo>
                  <a:lnTo>
                    <a:pt x="523" y="134"/>
                  </a:lnTo>
                  <a:lnTo>
                    <a:pt x="516" y="123"/>
                  </a:lnTo>
                  <a:lnTo>
                    <a:pt x="516" y="69"/>
                  </a:lnTo>
                  <a:lnTo>
                    <a:pt x="208" y="69"/>
                  </a:lnTo>
                  <a:lnTo>
                    <a:pt x="208" y="491"/>
                  </a:lnTo>
                  <a:lnTo>
                    <a:pt x="463" y="491"/>
                  </a:lnTo>
                  <a:lnTo>
                    <a:pt x="463" y="374"/>
                  </a:lnTo>
                  <a:lnTo>
                    <a:pt x="470" y="365"/>
                  </a:lnTo>
                  <a:lnTo>
                    <a:pt x="516" y="365"/>
                  </a:lnTo>
                  <a:lnTo>
                    <a:pt x="523" y="374"/>
                  </a:lnTo>
                  <a:lnTo>
                    <a:pt x="523" y="679"/>
                  </a:lnTo>
                  <a:lnTo>
                    <a:pt x="516" y="688"/>
                  </a:lnTo>
                  <a:lnTo>
                    <a:pt x="470" y="688"/>
                  </a:lnTo>
                  <a:lnTo>
                    <a:pt x="463" y="679"/>
                  </a:lnTo>
                  <a:lnTo>
                    <a:pt x="463" y="563"/>
                  </a:lnTo>
                  <a:lnTo>
                    <a:pt x="208" y="563"/>
                  </a:lnTo>
                  <a:lnTo>
                    <a:pt x="208" y="985"/>
                  </a:lnTo>
                  <a:lnTo>
                    <a:pt x="559" y="985"/>
                  </a:lnTo>
                  <a:lnTo>
                    <a:pt x="559" y="931"/>
                  </a:lnTo>
                  <a:lnTo>
                    <a:pt x="569" y="920"/>
                  </a:lnTo>
                  <a:lnTo>
                    <a:pt x="612" y="920"/>
                  </a:lnTo>
                  <a:lnTo>
                    <a:pt x="612" y="814"/>
                  </a:lnTo>
                  <a:lnTo>
                    <a:pt x="619" y="805"/>
                  </a:lnTo>
                  <a:lnTo>
                    <a:pt x="666" y="805"/>
                  </a:lnTo>
                  <a:lnTo>
                    <a:pt x="674" y="814"/>
                  </a:lnTo>
                  <a:lnTo>
                    <a:pt x="674" y="1045"/>
                  </a:lnTo>
                  <a:lnTo>
                    <a:pt x="666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05" y="985"/>
                  </a:lnTo>
                  <a:lnTo>
                    <a:pt x="105" y="69"/>
                  </a:lnTo>
                  <a:lnTo>
                    <a:pt x="7" y="69"/>
                  </a:lnTo>
                  <a:lnTo>
                    <a:pt x="0" y="60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3157" y="2736"/>
              <a:ext cx="105" cy="238"/>
            </a:xfrm>
            <a:custGeom>
              <a:avLst/>
              <a:gdLst/>
              <a:ahLst/>
              <a:cxnLst/>
              <a:rect l="l" t="t" r="r" b="b"/>
              <a:pathLst>
                <a:path w="469" h="1055" extrusionOk="0">
                  <a:moveTo>
                    <a:pt x="157" y="0"/>
                  </a:moveTo>
                  <a:lnTo>
                    <a:pt x="304" y="0"/>
                  </a:lnTo>
                  <a:lnTo>
                    <a:pt x="312" y="9"/>
                  </a:lnTo>
                  <a:lnTo>
                    <a:pt x="312" y="60"/>
                  </a:lnTo>
                  <a:lnTo>
                    <a:pt x="355" y="60"/>
                  </a:lnTo>
                  <a:lnTo>
                    <a:pt x="362" y="69"/>
                  </a:lnTo>
                  <a:lnTo>
                    <a:pt x="362" y="123"/>
                  </a:lnTo>
                  <a:lnTo>
                    <a:pt x="407" y="123"/>
                  </a:lnTo>
                  <a:lnTo>
                    <a:pt x="415" y="134"/>
                  </a:lnTo>
                  <a:lnTo>
                    <a:pt x="415" y="314"/>
                  </a:lnTo>
                  <a:lnTo>
                    <a:pt x="407" y="323"/>
                  </a:lnTo>
                  <a:lnTo>
                    <a:pt x="362" y="323"/>
                  </a:lnTo>
                  <a:lnTo>
                    <a:pt x="362" y="365"/>
                  </a:lnTo>
                  <a:lnTo>
                    <a:pt x="355" y="374"/>
                  </a:lnTo>
                  <a:lnTo>
                    <a:pt x="312" y="374"/>
                  </a:lnTo>
                  <a:lnTo>
                    <a:pt x="312" y="428"/>
                  </a:lnTo>
                  <a:lnTo>
                    <a:pt x="355" y="428"/>
                  </a:lnTo>
                  <a:lnTo>
                    <a:pt x="362" y="437"/>
                  </a:lnTo>
                  <a:lnTo>
                    <a:pt x="362" y="491"/>
                  </a:lnTo>
                  <a:lnTo>
                    <a:pt x="407" y="491"/>
                  </a:lnTo>
                  <a:lnTo>
                    <a:pt x="415" y="500"/>
                  </a:lnTo>
                  <a:lnTo>
                    <a:pt x="415" y="554"/>
                  </a:lnTo>
                  <a:lnTo>
                    <a:pt x="460" y="554"/>
                  </a:lnTo>
                  <a:lnTo>
                    <a:pt x="468" y="563"/>
                  </a:lnTo>
                  <a:lnTo>
                    <a:pt x="468" y="805"/>
                  </a:lnTo>
                  <a:lnTo>
                    <a:pt x="460" y="814"/>
                  </a:lnTo>
                  <a:lnTo>
                    <a:pt x="415" y="814"/>
                  </a:lnTo>
                  <a:lnTo>
                    <a:pt x="415" y="920"/>
                  </a:lnTo>
                  <a:lnTo>
                    <a:pt x="407" y="931"/>
                  </a:lnTo>
                  <a:lnTo>
                    <a:pt x="362" y="931"/>
                  </a:lnTo>
                  <a:lnTo>
                    <a:pt x="362" y="985"/>
                  </a:lnTo>
                  <a:lnTo>
                    <a:pt x="355" y="993"/>
                  </a:lnTo>
                  <a:lnTo>
                    <a:pt x="259" y="993"/>
                  </a:lnTo>
                  <a:lnTo>
                    <a:pt x="259" y="1045"/>
                  </a:lnTo>
                  <a:lnTo>
                    <a:pt x="253" y="1054"/>
                  </a:lnTo>
                  <a:lnTo>
                    <a:pt x="58" y="1054"/>
                  </a:lnTo>
                  <a:lnTo>
                    <a:pt x="50" y="1045"/>
                  </a:lnTo>
                  <a:lnTo>
                    <a:pt x="50" y="993"/>
                  </a:lnTo>
                  <a:lnTo>
                    <a:pt x="7" y="993"/>
                  </a:lnTo>
                  <a:lnTo>
                    <a:pt x="0" y="985"/>
                  </a:lnTo>
                  <a:lnTo>
                    <a:pt x="0" y="868"/>
                  </a:lnTo>
                  <a:lnTo>
                    <a:pt x="7" y="859"/>
                  </a:lnTo>
                  <a:lnTo>
                    <a:pt x="104" y="859"/>
                  </a:lnTo>
                  <a:lnTo>
                    <a:pt x="111" y="868"/>
                  </a:lnTo>
                  <a:lnTo>
                    <a:pt x="111" y="920"/>
                  </a:lnTo>
                  <a:lnTo>
                    <a:pt x="147" y="920"/>
                  </a:lnTo>
                  <a:lnTo>
                    <a:pt x="157" y="931"/>
                  </a:lnTo>
                  <a:lnTo>
                    <a:pt x="157" y="985"/>
                  </a:lnTo>
                  <a:lnTo>
                    <a:pt x="253" y="985"/>
                  </a:lnTo>
                  <a:lnTo>
                    <a:pt x="253" y="931"/>
                  </a:lnTo>
                  <a:lnTo>
                    <a:pt x="259" y="920"/>
                  </a:lnTo>
                  <a:lnTo>
                    <a:pt x="304" y="920"/>
                  </a:lnTo>
                  <a:lnTo>
                    <a:pt x="304" y="868"/>
                  </a:lnTo>
                  <a:lnTo>
                    <a:pt x="312" y="859"/>
                  </a:lnTo>
                  <a:lnTo>
                    <a:pt x="355" y="859"/>
                  </a:lnTo>
                  <a:lnTo>
                    <a:pt x="355" y="626"/>
                  </a:lnTo>
                  <a:lnTo>
                    <a:pt x="312" y="626"/>
                  </a:lnTo>
                  <a:lnTo>
                    <a:pt x="304" y="617"/>
                  </a:lnTo>
                  <a:lnTo>
                    <a:pt x="304" y="563"/>
                  </a:lnTo>
                  <a:lnTo>
                    <a:pt x="259" y="563"/>
                  </a:lnTo>
                  <a:lnTo>
                    <a:pt x="253" y="554"/>
                  </a:lnTo>
                  <a:lnTo>
                    <a:pt x="253" y="500"/>
                  </a:lnTo>
                  <a:lnTo>
                    <a:pt x="157" y="500"/>
                  </a:lnTo>
                  <a:lnTo>
                    <a:pt x="147" y="491"/>
                  </a:lnTo>
                  <a:lnTo>
                    <a:pt x="147" y="437"/>
                  </a:lnTo>
                  <a:lnTo>
                    <a:pt x="157" y="428"/>
                  </a:lnTo>
                  <a:lnTo>
                    <a:pt x="200" y="428"/>
                  </a:lnTo>
                  <a:lnTo>
                    <a:pt x="200" y="374"/>
                  </a:lnTo>
                  <a:lnTo>
                    <a:pt x="208" y="365"/>
                  </a:lnTo>
                  <a:lnTo>
                    <a:pt x="253" y="365"/>
                  </a:lnTo>
                  <a:lnTo>
                    <a:pt x="253" y="323"/>
                  </a:lnTo>
                  <a:lnTo>
                    <a:pt x="259" y="314"/>
                  </a:lnTo>
                  <a:lnTo>
                    <a:pt x="304" y="314"/>
                  </a:lnTo>
                  <a:lnTo>
                    <a:pt x="304" y="195"/>
                  </a:lnTo>
                  <a:lnTo>
                    <a:pt x="259" y="195"/>
                  </a:lnTo>
                  <a:lnTo>
                    <a:pt x="253" y="188"/>
                  </a:lnTo>
                  <a:lnTo>
                    <a:pt x="253" y="134"/>
                  </a:lnTo>
                  <a:lnTo>
                    <a:pt x="111" y="134"/>
                  </a:lnTo>
                  <a:lnTo>
                    <a:pt x="111" y="188"/>
                  </a:lnTo>
                  <a:lnTo>
                    <a:pt x="104" y="195"/>
                  </a:lnTo>
                  <a:lnTo>
                    <a:pt x="58" y="195"/>
                  </a:lnTo>
                  <a:lnTo>
                    <a:pt x="58" y="314"/>
                  </a:lnTo>
                  <a:lnTo>
                    <a:pt x="50" y="323"/>
                  </a:lnTo>
                  <a:lnTo>
                    <a:pt x="7" y="323"/>
                  </a:lnTo>
                  <a:lnTo>
                    <a:pt x="0" y="314"/>
                  </a:lnTo>
                  <a:lnTo>
                    <a:pt x="0" y="195"/>
                  </a:lnTo>
                  <a:lnTo>
                    <a:pt x="7" y="188"/>
                  </a:lnTo>
                  <a:lnTo>
                    <a:pt x="50" y="188"/>
                  </a:lnTo>
                  <a:lnTo>
                    <a:pt x="50" y="69"/>
                  </a:lnTo>
                  <a:lnTo>
                    <a:pt x="58" y="60"/>
                  </a:lnTo>
                  <a:lnTo>
                    <a:pt x="147" y="60"/>
                  </a:lnTo>
                  <a:lnTo>
                    <a:pt x="147" y="9"/>
                  </a:lnTo>
                  <a:lnTo>
                    <a:pt x="157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305" name="Google Shape;305;p31"/>
          <p:cNvSpPr/>
          <p:nvPr/>
        </p:nvSpPr>
        <p:spPr>
          <a:xfrm>
            <a:off x="3444875" y="1763712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/>
          </a:p>
        </p:txBody>
      </p:sp>
      <p:sp>
        <p:nvSpPr>
          <p:cNvPr id="306" name="Google Shape;306;p31"/>
          <p:cNvSpPr/>
          <p:nvPr/>
        </p:nvSpPr>
        <p:spPr>
          <a:xfrm>
            <a:off x="5795962" y="2151062"/>
            <a:ext cx="9175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E3</a:t>
            </a:r>
            <a:endParaRPr/>
          </a:p>
        </p:txBody>
      </p:sp>
      <p:cxnSp>
        <p:nvCxnSpPr>
          <p:cNvPr id="307" name="Google Shape;307;p31"/>
          <p:cNvCxnSpPr/>
          <p:nvPr/>
        </p:nvCxnSpPr>
        <p:spPr>
          <a:xfrm>
            <a:off x="4200525" y="2100262"/>
            <a:ext cx="1595437" cy="38576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08" name="Google Shape;308;p31"/>
          <p:cNvSpPr/>
          <p:nvPr/>
        </p:nvSpPr>
        <p:spPr>
          <a:xfrm>
            <a:off x="3444875" y="2654300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endParaRPr/>
          </a:p>
        </p:txBody>
      </p:sp>
      <p:cxnSp>
        <p:nvCxnSpPr>
          <p:cNvPr id="309" name="Google Shape;309;p31"/>
          <p:cNvCxnSpPr/>
          <p:nvPr/>
        </p:nvCxnSpPr>
        <p:spPr>
          <a:xfrm rot="10800000" flipH="1">
            <a:off x="4200525" y="2570162"/>
            <a:ext cx="1595437" cy="420687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0" name="Google Shape;310;p31"/>
          <p:cNvSpPr/>
          <p:nvPr/>
        </p:nvSpPr>
        <p:spPr>
          <a:xfrm>
            <a:off x="5711825" y="3527425"/>
            <a:ext cx="879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E1</a:t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5627687" y="4956175"/>
            <a:ext cx="9175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E2</a:t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1679575" y="1763712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1679575" y="2687637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/>
          </a:p>
        </p:txBody>
      </p:sp>
      <p:sp>
        <p:nvSpPr>
          <p:cNvPr id="314" name="Google Shape;314;p31"/>
          <p:cNvSpPr/>
          <p:nvPr/>
        </p:nvSpPr>
        <p:spPr>
          <a:xfrm>
            <a:off x="1679575" y="3527425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1679575" y="4367212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1679575" y="5291137"/>
            <a:ext cx="752475" cy="668337"/>
          </a:xfrm>
          <a:prstGeom prst="ellipse">
            <a:avLst/>
          </a:prstGeom>
          <a:solidFill>
            <a:srgbClr val="FF66FF"/>
          </a:solidFill>
          <a:ln w="1260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8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/>
          </a:p>
        </p:txBody>
      </p:sp>
      <p:cxnSp>
        <p:nvCxnSpPr>
          <p:cNvPr id="317" name="Google Shape;317;p31"/>
          <p:cNvCxnSpPr/>
          <p:nvPr/>
        </p:nvCxnSpPr>
        <p:spPr>
          <a:xfrm>
            <a:off x="2436812" y="2100262"/>
            <a:ext cx="1008062" cy="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8" name="Google Shape;318;p31"/>
          <p:cNvCxnSpPr/>
          <p:nvPr/>
        </p:nvCxnSpPr>
        <p:spPr>
          <a:xfrm>
            <a:off x="2436812" y="3024187"/>
            <a:ext cx="1008062" cy="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9" name="Google Shape;319;p31"/>
          <p:cNvCxnSpPr/>
          <p:nvPr/>
        </p:nvCxnSpPr>
        <p:spPr>
          <a:xfrm>
            <a:off x="2436812" y="3863975"/>
            <a:ext cx="3275012" cy="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0" name="Google Shape;320;p31"/>
          <p:cNvCxnSpPr/>
          <p:nvPr/>
        </p:nvCxnSpPr>
        <p:spPr>
          <a:xfrm rot="10800000" flipH="1">
            <a:off x="2436812" y="3948112"/>
            <a:ext cx="3275012" cy="75565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1" name="Google Shape;321;p31"/>
          <p:cNvCxnSpPr/>
          <p:nvPr/>
        </p:nvCxnSpPr>
        <p:spPr>
          <a:xfrm rot="10800000" flipH="1">
            <a:off x="2436812" y="5291137"/>
            <a:ext cx="3190875" cy="33655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2" name="Google Shape;322;p31"/>
          <p:cNvCxnSpPr/>
          <p:nvPr/>
        </p:nvCxnSpPr>
        <p:spPr>
          <a:xfrm>
            <a:off x="4032250" y="3276600"/>
            <a:ext cx="1595437" cy="193040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3" name="Google Shape;323;p31"/>
          <p:cNvCxnSpPr/>
          <p:nvPr/>
        </p:nvCxnSpPr>
        <p:spPr>
          <a:xfrm>
            <a:off x="4032250" y="2352675"/>
            <a:ext cx="1679575" cy="2687637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4" name="Google Shape;324;p31"/>
          <p:cNvSpPr/>
          <p:nvPr/>
        </p:nvSpPr>
        <p:spPr>
          <a:xfrm>
            <a:off x="4619625" y="2100262"/>
            <a:ext cx="333375" cy="330200"/>
          </a:xfrm>
          <a:custGeom>
            <a:avLst/>
            <a:gdLst/>
            <a:ahLst/>
            <a:cxnLst/>
            <a:rect l="l" t="t" r="r" b="b"/>
            <a:pathLst>
              <a:path w="843" h="839" extrusionOk="0">
                <a:moveTo>
                  <a:pt x="0" y="838"/>
                </a:moveTo>
                <a:cubicBezTo>
                  <a:pt x="69" y="418"/>
                  <a:pt x="139" y="0"/>
                  <a:pt x="210" y="0"/>
                </a:cubicBezTo>
                <a:cubicBezTo>
                  <a:pt x="279" y="0"/>
                  <a:pt x="315" y="838"/>
                  <a:pt x="420" y="838"/>
                </a:cubicBezTo>
                <a:cubicBezTo>
                  <a:pt x="525" y="838"/>
                  <a:pt x="684" y="418"/>
                  <a:pt x="842" y="0"/>
                </a:cubicBezTo>
              </a:path>
            </a:pathLst>
          </a:custGeom>
          <a:noFill/>
          <a:ln w="28425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4787900" y="2603500"/>
            <a:ext cx="333375" cy="331787"/>
          </a:xfrm>
          <a:custGeom>
            <a:avLst/>
            <a:gdLst/>
            <a:ahLst/>
            <a:cxnLst/>
            <a:rect l="l" t="t" r="r" b="b"/>
            <a:pathLst>
              <a:path w="843" h="839" extrusionOk="0">
                <a:moveTo>
                  <a:pt x="0" y="838"/>
                </a:moveTo>
                <a:cubicBezTo>
                  <a:pt x="70" y="418"/>
                  <a:pt x="140" y="0"/>
                  <a:pt x="210" y="0"/>
                </a:cubicBezTo>
                <a:cubicBezTo>
                  <a:pt x="280" y="0"/>
                  <a:pt x="316" y="838"/>
                  <a:pt x="420" y="838"/>
                </a:cubicBezTo>
                <a:cubicBezTo>
                  <a:pt x="526" y="838"/>
                  <a:pt x="684" y="418"/>
                  <a:pt x="842" y="0"/>
                </a:cubicBezTo>
              </a:path>
            </a:pathLst>
          </a:custGeom>
          <a:noFill/>
          <a:ln w="28425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5068887" y="4703762"/>
            <a:ext cx="387350" cy="668337"/>
          </a:xfrm>
          <a:custGeom>
            <a:avLst/>
            <a:gdLst/>
            <a:ahLst/>
            <a:cxnLst/>
            <a:rect l="l" t="t" r="r" b="b"/>
            <a:pathLst>
              <a:path w="984" h="1690" extrusionOk="0">
                <a:moveTo>
                  <a:pt x="139" y="1689"/>
                </a:moveTo>
                <a:cubicBezTo>
                  <a:pt x="69" y="1302"/>
                  <a:pt x="0" y="915"/>
                  <a:pt x="139" y="633"/>
                </a:cubicBezTo>
                <a:cubicBezTo>
                  <a:pt x="280" y="352"/>
                  <a:pt x="632" y="175"/>
                  <a:pt x="983" y="0"/>
                </a:cubicBezTo>
              </a:path>
            </a:pathLst>
          </a:cu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7" name="Google Shape;327;p31"/>
          <p:cNvCxnSpPr/>
          <p:nvPr/>
        </p:nvCxnSpPr>
        <p:spPr>
          <a:xfrm>
            <a:off x="4116387" y="3108325"/>
            <a:ext cx="1595437" cy="6715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8" name="Google Shape;328;p31"/>
          <p:cNvCxnSpPr/>
          <p:nvPr/>
        </p:nvCxnSpPr>
        <p:spPr>
          <a:xfrm>
            <a:off x="4116387" y="2268537"/>
            <a:ext cx="1595437" cy="142716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9" name="Google Shape;329;p31"/>
          <p:cNvSpPr/>
          <p:nvPr/>
        </p:nvSpPr>
        <p:spPr>
          <a:xfrm>
            <a:off x="5278437" y="3527425"/>
            <a:ext cx="177800" cy="501650"/>
          </a:xfrm>
          <a:custGeom>
            <a:avLst/>
            <a:gdLst/>
            <a:ahLst/>
            <a:cxnLst/>
            <a:rect l="l" t="t" r="r" b="b"/>
            <a:pathLst>
              <a:path w="455" h="1267" extrusionOk="0">
                <a:moveTo>
                  <a:pt x="244" y="1266"/>
                </a:moveTo>
                <a:cubicBezTo>
                  <a:pt x="121" y="950"/>
                  <a:pt x="0" y="633"/>
                  <a:pt x="33" y="421"/>
                </a:cubicBezTo>
                <a:cubicBezTo>
                  <a:pt x="69" y="211"/>
                  <a:pt x="262" y="105"/>
                  <a:pt x="454" y="0"/>
                </a:cubicBezTo>
              </a:path>
            </a:pathLst>
          </a:cu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4956175" y="3192462"/>
            <a:ext cx="165100" cy="584200"/>
          </a:xfrm>
          <a:custGeom>
            <a:avLst/>
            <a:gdLst/>
            <a:ahLst/>
            <a:cxnLst/>
            <a:rect l="l" t="t" r="r" b="b"/>
            <a:pathLst>
              <a:path w="420" h="1479" extrusionOk="0">
                <a:moveTo>
                  <a:pt x="59" y="1478"/>
                </a:moveTo>
                <a:cubicBezTo>
                  <a:pt x="29" y="1232"/>
                  <a:pt x="0" y="984"/>
                  <a:pt x="59" y="737"/>
                </a:cubicBezTo>
                <a:cubicBezTo>
                  <a:pt x="119" y="492"/>
                  <a:pt x="270" y="245"/>
                  <a:pt x="419" y="0"/>
                </a:cubicBezTo>
              </a:path>
            </a:pathLst>
          </a:cu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31"/>
          <p:cNvCxnSpPr/>
          <p:nvPr/>
        </p:nvCxnSpPr>
        <p:spPr>
          <a:xfrm rot="10800000" flipH="1">
            <a:off x="4787900" y="3108325"/>
            <a:ext cx="84137" cy="250825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2" name="Google Shape;332;p31"/>
          <p:cNvCxnSpPr/>
          <p:nvPr/>
        </p:nvCxnSpPr>
        <p:spPr>
          <a:xfrm rot="10800000">
            <a:off x="4872037" y="3108325"/>
            <a:ext cx="84137" cy="250825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3" name="Google Shape;333;p31"/>
          <p:cNvCxnSpPr/>
          <p:nvPr/>
        </p:nvCxnSpPr>
        <p:spPr>
          <a:xfrm rot="10800000" flipH="1">
            <a:off x="5040312" y="3611562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4" name="Google Shape;334;p31"/>
          <p:cNvCxnSpPr/>
          <p:nvPr/>
        </p:nvCxnSpPr>
        <p:spPr>
          <a:xfrm rot="10800000">
            <a:off x="5124450" y="3611562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5" name="Google Shape;335;p31"/>
          <p:cNvCxnSpPr/>
          <p:nvPr/>
        </p:nvCxnSpPr>
        <p:spPr>
          <a:xfrm rot="10800000" flipH="1">
            <a:off x="4872037" y="4787900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6" name="Google Shape;336;p31"/>
          <p:cNvCxnSpPr/>
          <p:nvPr/>
        </p:nvCxnSpPr>
        <p:spPr>
          <a:xfrm rot="10800000">
            <a:off x="4956175" y="4787900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7" name="Google Shape;337;p31"/>
          <p:cNvCxnSpPr/>
          <p:nvPr/>
        </p:nvCxnSpPr>
        <p:spPr>
          <a:xfrm rot="10800000">
            <a:off x="5208587" y="2435225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8" name="Google Shape;338;p31"/>
          <p:cNvCxnSpPr/>
          <p:nvPr/>
        </p:nvCxnSpPr>
        <p:spPr>
          <a:xfrm rot="10800000" flipH="1">
            <a:off x="5292725" y="2435225"/>
            <a:ext cx="84137" cy="252412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>
            <a:spLocks noGrp="1"/>
          </p:cNvSpPr>
          <p:nvPr>
            <p:ph type="title"/>
          </p:nvPr>
        </p:nvSpPr>
        <p:spPr>
          <a:xfrm>
            <a:off x="447675" y="127000"/>
            <a:ext cx="8566150" cy="1401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Decision table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839787" y="1931987"/>
            <a:ext cx="1173162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Cause 1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839787" y="2417762"/>
            <a:ext cx="1173162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Cause 2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839787" y="2922587"/>
            <a:ext cx="1173162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Cause 3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839787" y="3341687"/>
            <a:ext cx="1173162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Cause 4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839787" y="3779837"/>
            <a:ext cx="1173162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Cause 5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839787" y="4265612"/>
            <a:ext cx="1173162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Effect 1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839787" y="4787900"/>
            <a:ext cx="1173162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Effect 2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839787" y="5291137"/>
            <a:ext cx="1173162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Effect 3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2184400" y="1679575"/>
            <a:ext cx="10048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1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3108325" y="1679575"/>
            <a:ext cx="10048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2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4116387" y="1662112"/>
            <a:ext cx="10048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3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5040312" y="1662112"/>
            <a:ext cx="10048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4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6048375" y="1662112"/>
            <a:ext cx="10048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Test 5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2436812" y="19319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3276600" y="19319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4368800" y="19319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1" name="Google Shape;361;p32"/>
          <p:cNvSpPr txBox="1"/>
          <p:nvPr/>
        </p:nvSpPr>
        <p:spPr>
          <a:xfrm>
            <a:off x="2436812" y="243522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2436812" y="29225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3276600" y="243522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4" name="Google Shape;364;p32"/>
          <p:cNvSpPr txBox="1"/>
          <p:nvPr/>
        </p:nvSpPr>
        <p:spPr>
          <a:xfrm>
            <a:off x="4368800" y="2417762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5292725" y="19319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6216650" y="19319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5292725" y="243522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6216650" y="2417762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4368800" y="2940050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4368800" y="3359150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2436812" y="3359150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2436812" y="3762375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2352675" y="4265612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3276600" y="4265612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3276600" y="2940050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3276600" y="3341687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3276600" y="3762375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endParaRPr/>
          </a:p>
        </p:txBody>
      </p:sp>
      <p:sp>
        <p:nvSpPr>
          <p:cNvPr id="378" name="Google Shape;378;p32"/>
          <p:cNvSpPr txBox="1"/>
          <p:nvPr/>
        </p:nvSpPr>
        <p:spPr>
          <a:xfrm>
            <a:off x="4368800" y="4265612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5292725" y="428307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6132512" y="428307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6132512" y="477043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5292725" y="477043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4368800" y="4752975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6132512" y="527367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/>
          </a:p>
        </p:txBody>
      </p:sp>
      <p:sp>
        <p:nvSpPr>
          <p:cNvPr id="385" name="Google Shape;385;p32"/>
          <p:cNvSpPr txBox="1"/>
          <p:nvPr/>
        </p:nvSpPr>
        <p:spPr>
          <a:xfrm>
            <a:off x="5292725" y="527367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/>
          </a:p>
        </p:txBody>
      </p:sp>
      <p:sp>
        <p:nvSpPr>
          <p:cNvPr id="386" name="Google Shape;386;p32"/>
          <p:cNvSpPr txBox="1"/>
          <p:nvPr/>
        </p:nvSpPr>
        <p:spPr>
          <a:xfrm>
            <a:off x="2352675" y="4752975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7" name="Google Shape;387;p32"/>
          <p:cNvSpPr txBox="1"/>
          <p:nvPr/>
        </p:nvSpPr>
        <p:spPr>
          <a:xfrm>
            <a:off x="2352675" y="5273675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8" name="Google Shape;388;p32"/>
          <p:cNvSpPr txBox="1"/>
          <p:nvPr/>
        </p:nvSpPr>
        <p:spPr>
          <a:xfrm>
            <a:off x="3192462" y="477043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89" name="Google Shape;389;p32"/>
          <p:cNvSpPr txBox="1"/>
          <p:nvPr/>
        </p:nvSpPr>
        <p:spPr>
          <a:xfrm>
            <a:off x="3192462" y="5291137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90" name="Google Shape;390;p32"/>
          <p:cNvSpPr txBox="1"/>
          <p:nvPr/>
        </p:nvSpPr>
        <p:spPr>
          <a:xfrm>
            <a:off x="4368800" y="5291137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91" name="Google Shape;391;p32"/>
          <p:cNvSpPr txBox="1"/>
          <p:nvPr/>
        </p:nvSpPr>
        <p:spPr>
          <a:xfrm>
            <a:off x="6216650" y="292258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92" name="Google Shape;392;p32"/>
          <p:cNvSpPr txBox="1"/>
          <p:nvPr/>
        </p:nvSpPr>
        <p:spPr>
          <a:xfrm>
            <a:off x="6216650" y="3341687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5292725" y="3359150"/>
            <a:ext cx="3317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94" name="Google Shape;394;p32"/>
          <p:cNvSpPr txBox="1"/>
          <p:nvPr/>
        </p:nvSpPr>
        <p:spPr>
          <a:xfrm>
            <a:off x="5292725" y="2940050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6216650" y="377983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5292725" y="3797300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  <p:sp>
        <p:nvSpPr>
          <p:cNvPr id="397" name="Google Shape;397;p32"/>
          <p:cNvSpPr txBox="1"/>
          <p:nvPr/>
        </p:nvSpPr>
        <p:spPr>
          <a:xfrm>
            <a:off x="4368800" y="3779837"/>
            <a:ext cx="331787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</a:t>
            </a:r>
            <a:endParaRPr/>
          </a:p>
        </p:txBody>
      </p:sp>
      <p:cxnSp>
        <p:nvCxnSpPr>
          <p:cNvPr id="398" name="Google Shape;398;p32"/>
          <p:cNvCxnSpPr/>
          <p:nvPr/>
        </p:nvCxnSpPr>
        <p:spPr>
          <a:xfrm>
            <a:off x="755650" y="4283075"/>
            <a:ext cx="6553200" cy="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9" name="Google Shape;399;p32"/>
          <p:cNvCxnSpPr/>
          <p:nvPr/>
        </p:nvCxnSpPr>
        <p:spPr>
          <a:xfrm>
            <a:off x="2016125" y="1679575"/>
            <a:ext cx="0" cy="4368800"/>
          </a:xfrm>
          <a:prstGeom prst="straightConnector1">
            <a:avLst/>
          </a:prstGeom>
          <a:noFill/>
          <a:ln w="3815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0" name="Google Shape;400;p32"/>
          <p:cNvCxnSpPr/>
          <p:nvPr/>
        </p:nvCxnSpPr>
        <p:spPr>
          <a:xfrm>
            <a:off x="755650" y="2016125"/>
            <a:ext cx="6469062" cy="0"/>
          </a:xfrm>
          <a:prstGeom prst="straightConnector1">
            <a:avLst/>
          </a:prstGeom>
          <a:noFill/>
          <a:ln w="12600" cap="flat" cmpd="sng">
            <a:solidFill>
              <a:srgbClr val="336600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401" name="Google Shape;401;p32"/>
          <p:cNvGrpSpPr/>
          <p:nvPr/>
        </p:nvGrpSpPr>
        <p:grpSpPr>
          <a:xfrm>
            <a:off x="6707187" y="2268537"/>
            <a:ext cx="1773237" cy="247650"/>
            <a:chOff x="3832" y="1296"/>
            <a:chExt cx="1014" cy="142"/>
          </a:xfrm>
        </p:grpSpPr>
        <p:sp>
          <p:nvSpPr>
            <p:cNvPr id="402" name="Google Shape;402;p32"/>
            <p:cNvSpPr/>
            <p:nvPr/>
          </p:nvSpPr>
          <p:spPr>
            <a:xfrm>
              <a:off x="3832" y="1296"/>
              <a:ext cx="52" cy="142"/>
            </a:xfrm>
            <a:custGeom>
              <a:avLst/>
              <a:gdLst/>
              <a:ahLst/>
              <a:cxnLst/>
              <a:rect l="l" t="t" r="r" b="b"/>
              <a:pathLst>
                <a:path w="235" h="632" extrusionOk="0">
                  <a:moveTo>
                    <a:pt x="5" y="0"/>
                  </a:moveTo>
                  <a:lnTo>
                    <a:pt x="228" y="0"/>
                  </a:lnTo>
                  <a:lnTo>
                    <a:pt x="234" y="5"/>
                  </a:lnTo>
                  <a:lnTo>
                    <a:pt x="234" y="38"/>
                  </a:lnTo>
                  <a:lnTo>
                    <a:pt x="228" y="43"/>
                  </a:lnTo>
                  <a:lnTo>
                    <a:pt x="155" y="43"/>
                  </a:lnTo>
                  <a:lnTo>
                    <a:pt x="155" y="590"/>
                  </a:lnTo>
                  <a:lnTo>
                    <a:pt x="228" y="590"/>
                  </a:lnTo>
                  <a:lnTo>
                    <a:pt x="234" y="595"/>
                  </a:lnTo>
                  <a:lnTo>
                    <a:pt x="234" y="625"/>
                  </a:lnTo>
                  <a:lnTo>
                    <a:pt x="228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77" y="590"/>
                  </a:lnTo>
                  <a:lnTo>
                    <a:pt x="77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3961" y="1355"/>
              <a:ext cx="107" cy="50"/>
            </a:xfrm>
            <a:custGeom>
              <a:avLst/>
              <a:gdLst/>
              <a:ahLst/>
              <a:cxnLst/>
              <a:rect l="l" t="t" r="r" b="b"/>
              <a:pathLst>
                <a:path w="477" h="226" extrusionOk="0">
                  <a:moveTo>
                    <a:pt x="5" y="146"/>
                  </a:moveTo>
                  <a:lnTo>
                    <a:pt x="470" y="146"/>
                  </a:lnTo>
                  <a:lnTo>
                    <a:pt x="476" y="152"/>
                  </a:lnTo>
                  <a:lnTo>
                    <a:pt x="476" y="219"/>
                  </a:lnTo>
                  <a:lnTo>
                    <a:pt x="470" y="225"/>
                  </a:lnTo>
                  <a:lnTo>
                    <a:pt x="5" y="225"/>
                  </a:lnTo>
                  <a:lnTo>
                    <a:pt x="0" y="219"/>
                  </a:lnTo>
                  <a:lnTo>
                    <a:pt x="0" y="152"/>
                  </a:lnTo>
                  <a:lnTo>
                    <a:pt x="5" y="146"/>
                  </a:lnTo>
                  <a:close/>
                  <a:moveTo>
                    <a:pt x="5" y="0"/>
                  </a:moveTo>
                  <a:lnTo>
                    <a:pt x="470" y="0"/>
                  </a:lnTo>
                  <a:lnTo>
                    <a:pt x="476" y="4"/>
                  </a:lnTo>
                  <a:lnTo>
                    <a:pt x="476" y="73"/>
                  </a:lnTo>
                  <a:lnTo>
                    <a:pt x="470" y="78"/>
                  </a:lnTo>
                  <a:lnTo>
                    <a:pt x="5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4142" y="1296"/>
              <a:ext cx="51" cy="142"/>
            </a:xfrm>
            <a:custGeom>
              <a:avLst/>
              <a:gdLst/>
              <a:ahLst/>
              <a:cxnLst/>
              <a:rect l="l" t="t" r="r" b="b"/>
              <a:pathLst>
                <a:path w="230" h="632" extrusionOk="0">
                  <a:moveTo>
                    <a:pt x="5" y="0"/>
                  </a:moveTo>
                  <a:lnTo>
                    <a:pt x="223" y="0"/>
                  </a:lnTo>
                  <a:lnTo>
                    <a:pt x="229" y="5"/>
                  </a:lnTo>
                  <a:lnTo>
                    <a:pt x="229" y="38"/>
                  </a:lnTo>
                  <a:lnTo>
                    <a:pt x="223" y="43"/>
                  </a:lnTo>
                  <a:lnTo>
                    <a:pt x="153" y="43"/>
                  </a:lnTo>
                  <a:lnTo>
                    <a:pt x="153" y="590"/>
                  </a:lnTo>
                  <a:lnTo>
                    <a:pt x="223" y="590"/>
                  </a:lnTo>
                  <a:lnTo>
                    <a:pt x="229" y="595"/>
                  </a:lnTo>
                  <a:lnTo>
                    <a:pt x="229" y="625"/>
                  </a:lnTo>
                  <a:lnTo>
                    <a:pt x="223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75" y="590"/>
                  </a:lnTo>
                  <a:lnTo>
                    <a:pt x="75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4215" y="1339"/>
              <a:ext cx="100" cy="99"/>
            </a:xfrm>
            <a:custGeom>
              <a:avLst/>
              <a:gdLst/>
              <a:ahLst/>
              <a:cxnLst/>
              <a:rect l="l" t="t" r="r" b="b"/>
              <a:pathLst>
                <a:path w="446" h="442" extrusionOk="0">
                  <a:moveTo>
                    <a:pt x="5" y="0"/>
                  </a:moveTo>
                  <a:lnTo>
                    <a:pt x="117" y="0"/>
                  </a:lnTo>
                  <a:lnTo>
                    <a:pt x="122" y="4"/>
                  </a:lnTo>
                  <a:lnTo>
                    <a:pt x="122" y="71"/>
                  </a:lnTo>
                  <a:lnTo>
                    <a:pt x="158" y="71"/>
                  </a:lnTo>
                  <a:lnTo>
                    <a:pt x="158" y="37"/>
                  </a:lnTo>
                  <a:lnTo>
                    <a:pt x="164" y="32"/>
                  </a:lnTo>
                  <a:lnTo>
                    <a:pt x="199" y="32"/>
                  </a:lnTo>
                  <a:lnTo>
                    <a:pt x="199" y="4"/>
                  </a:lnTo>
                  <a:lnTo>
                    <a:pt x="205" y="0"/>
                  </a:lnTo>
                  <a:lnTo>
                    <a:pt x="322" y="0"/>
                  </a:lnTo>
                  <a:lnTo>
                    <a:pt x="328" y="4"/>
                  </a:lnTo>
                  <a:lnTo>
                    <a:pt x="328" y="32"/>
                  </a:lnTo>
                  <a:lnTo>
                    <a:pt x="364" y="32"/>
                  </a:lnTo>
                  <a:lnTo>
                    <a:pt x="370" y="37"/>
                  </a:lnTo>
                  <a:lnTo>
                    <a:pt x="370" y="71"/>
                  </a:lnTo>
                  <a:lnTo>
                    <a:pt x="403" y="71"/>
                  </a:lnTo>
                  <a:lnTo>
                    <a:pt x="409" y="76"/>
                  </a:lnTo>
                  <a:lnTo>
                    <a:pt x="409" y="400"/>
                  </a:lnTo>
                  <a:lnTo>
                    <a:pt x="439" y="400"/>
                  </a:lnTo>
                  <a:lnTo>
                    <a:pt x="445" y="406"/>
                  </a:lnTo>
                  <a:lnTo>
                    <a:pt x="445" y="435"/>
                  </a:lnTo>
                  <a:lnTo>
                    <a:pt x="439" y="441"/>
                  </a:lnTo>
                  <a:lnTo>
                    <a:pt x="287" y="441"/>
                  </a:lnTo>
                  <a:lnTo>
                    <a:pt x="281" y="435"/>
                  </a:lnTo>
                  <a:lnTo>
                    <a:pt x="281" y="406"/>
                  </a:lnTo>
                  <a:lnTo>
                    <a:pt x="287" y="400"/>
                  </a:lnTo>
                  <a:lnTo>
                    <a:pt x="322" y="400"/>
                  </a:lnTo>
                  <a:lnTo>
                    <a:pt x="322" y="111"/>
                  </a:lnTo>
                  <a:lnTo>
                    <a:pt x="287" y="111"/>
                  </a:lnTo>
                  <a:lnTo>
                    <a:pt x="281" y="106"/>
                  </a:lnTo>
                  <a:lnTo>
                    <a:pt x="281" y="76"/>
                  </a:lnTo>
                  <a:lnTo>
                    <a:pt x="164" y="76"/>
                  </a:lnTo>
                  <a:lnTo>
                    <a:pt x="164" y="106"/>
                  </a:lnTo>
                  <a:lnTo>
                    <a:pt x="158" y="111"/>
                  </a:lnTo>
                  <a:lnTo>
                    <a:pt x="122" y="111"/>
                  </a:lnTo>
                  <a:lnTo>
                    <a:pt x="122" y="400"/>
                  </a:lnTo>
                  <a:lnTo>
                    <a:pt x="158" y="400"/>
                  </a:lnTo>
                  <a:lnTo>
                    <a:pt x="164" y="406"/>
                  </a:lnTo>
                  <a:lnTo>
                    <a:pt x="164" y="435"/>
                  </a:lnTo>
                  <a:lnTo>
                    <a:pt x="158" y="441"/>
                  </a:lnTo>
                  <a:lnTo>
                    <a:pt x="5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5" y="400"/>
                  </a:lnTo>
                  <a:lnTo>
                    <a:pt x="42" y="400"/>
                  </a:lnTo>
                  <a:lnTo>
                    <a:pt x="42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4318" y="1339"/>
              <a:ext cx="97" cy="99"/>
            </a:xfrm>
            <a:custGeom>
              <a:avLst/>
              <a:gdLst/>
              <a:ahLst/>
              <a:cxnLst/>
              <a:rect l="l" t="t" r="r" b="b"/>
              <a:pathLst>
                <a:path w="433" h="442" extrusionOk="0">
                  <a:moveTo>
                    <a:pt x="5" y="0"/>
                  </a:moveTo>
                  <a:lnTo>
                    <a:pt x="152" y="0"/>
                  </a:lnTo>
                  <a:lnTo>
                    <a:pt x="158" y="4"/>
                  </a:lnTo>
                  <a:lnTo>
                    <a:pt x="158" y="32"/>
                  </a:lnTo>
                  <a:lnTo>
                    <a:pt x="152" y="37"/>
                  </a:lnTo>
                  <a:lnTo>
                    <a:pt x="123" y="37"/>
                  </a:lnTo>
                  <a:lnTo>
                    <a:pt x="123" y="106"/>
                  </a:lnTo>
                  <a:lnTo>
                    <a:pt x="152" y="106"/>
                  </a:lnTo>
                  <a:lnTo>
                    <a:pt x="158" y="111"/>
                  </a:lnTo>
                  <a:lnTo>
                    <a:pt x="158" y="218"/>
                  </a:lnTo>
                  <a:lnTo>
                    <a:pt x="191" y="218"/>
                  </a:lnTo>
                  <a:lnTo>
                    <a:pt x="196" y="224"/>
                  </a:lnTo>
                  <a:lnTo>
                    <a:pt x="196" y="326"/>
                  </a:lnTo>
                  <a:lnTo>
                    <a:pt x="229" y="326"/>
                  </a:lnTo>
                  <a:lnTo>
                    <a:pt x="229" y="299"/>
                  </a:lnTo>
                  <a:lnTo>
                    <a:pt x="235" y="293"/>
                  </a:lnTo>
                  <a:lnTo>
                    <a:pt x="270" y="293"/>
                  </a:lnTo>
                  <a:lnTo>
                    <a:pt x="270" y="186"/>
                  </a:lnTo>
                  <a:lnTo>
                    <a:pt x="275" y="181"/>
                  </a:lnTo>
                  <a:lnTo>
                    <a:pt x="309" y="181"/>
                  </a:lnTo>
                  <a:lnTo>
                    <a:pt x="309" y="37"/>
                  </a:lnTo>
                  <a:lnTo>
                    <a:pt x="275" y="37"/>
                  </a:lnTo>
                  <a:lnTo>
                    <a:pt x="270" y="32"/>
                  </a:lnTo>
                  <a:lnTo>
                    <a:pt x="270" y="4"/>
                  </a:lnTo>
                  <a:lnTo>
                    <a:pt x="275" y="0"/>
                  </a:lnTo>
                  <a:lnTo>
                    <a:pt x="426" y="0"/>
                  </a:lnTo>
                  <a:lnTo>
                    <a:pt x="432" y="4"/>
                  </a:lnTo>
                  <a:lnTo>
                    <a:pt x="432" y="32"/>
                  </a:lnTo>
                  <a:lnTo>
                    <a:pt x="426" y="37"/>
                  </a:lnTo>
                  <a:lnTo>
                    <a:pt x="393" y="37"/>
                  </a:lnTo>
                  <a:lnTo>
                    <a:pt x="393" y="71"/>
                  </a:lnTo>
                  <a:lnTo>
                    <a:pt x="388" y="76"/>
                  </a:lnTo>
                  <a:lnTo>
                    <a:pt x="354" y="76"/>
                  </a:lnTo>
                  <a:lnTo>
                    <a:pt x="354" y="181"/>
                  </a:lnTo>
                  <a:lnTo>
                    <a:pt x="348" y="186"/>
                  </a:lnTo>
                  <a:lnTo>
                    <a:pt x="314" y="186"/>
                  </a:lnTo>
                  <a:lnTo>
                    <a:pt x="314" y="293"/>
                  </a:lnTo>
                  <a:lnTo>
                    <a:pt x="309" y="299"/>
                  </a:lnTo>
                  <a:lnTo>
                    <a:pt x="275" y="299"/>
                  </a:lnTo>
                  <a:lnTo>
                    <a:pt x="275" y="400"/>
                  </a:lnTo>
                  <a:lnTo>
                    <a:pt x="270" y="406"/>
                  </a:lnTo>
                  <a:lnTo>
                    <a:pt x="235" y="406"/>
                  </a:lnTo>
                  <a:lnTo>
                    <a:pt x="235" y="435"/>
                  </a:lnTo>
                  <a:lnTo>
                    <a:pt x="229" y="441"/>
                  </a:lnTo>
                  <a:lnTo>
                    <a:pt x="196" y="441"/>
                  </a:lnTo>
                  <a:lnTo>
                    <a:pt x="191" y="435"/>
                  </a:lnTo>
                  <a:lnTo>
                    <a:pt x="191" y="406"/>
                  </a:lnTo>
                  <a:lnTo>
                    <a:pt x="158" y="406"/>
                  </a:lnTo>
                  <a:lnTo>
                    <a:pt x="152" y="400"/>
                  </a:lnTo>
                  <a:lnTo>
                    <a:pt x="152" y="331"/>
                  </a:lnTo>
                  <a:lnTo>
                    <a:pt x="123" y="331"/>
                  </a:lnTo>
                  <a:lnTo>
                    <a:pt x="118" y="326"/>
                  </a:lnTo>
                  <a:lnTo>
                    <a:pt x="118" y="224"/>
                  </a:lnTo>
                  <a:lnTo>
                    <a:pt x="83" y="224"/>
                  </a:lnTo>
                  <a:lnTo>
                    <a:pt x="77" y="218"/>
                  </a:lnTo>
                  <a:lnTo>
                    <a:pt x="77" y="111"/>
                  </a:lnTo>
                  <a:lnTo>
                    <a:pt x="44" y="111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4438" y="1339"/>
              <a:ext cx="88" cy="99"/>
            </a:xfrm>
            <a:custGeom>
              <a:avLst/>
              <a:gdLst/>
              <a:ahLst/>
              <a:cxnLst/>
              <a:rect l="l" t="t" r="r" b="b"/>
              <a:pathLst>
                <a:path w="394" h="442" extrusionOk="0">
                  <a:moveTo>
                    <a:pt x="158" y="37"/>
                  </a:moveTo>
                  <a:lnTo>
                    <a:pt x="229" y="37"/>
                  </a:lnTo>
                  <a:lnTo>
                    <a:pt x="229" y="71"/>
                  </a:lnTo>
                  <a:lnTo>
                    <a:pt x="234" y="76"/>
                  </a:lnTo>
                  <a:lnTo>
                    <a:pt x="268" y="76"/>
                  </a:lnTo>
                  <a:lnTo>
                    <a:pt x="268" y="106"/>
                  </a:lnTo>
                  <a:lnTo>
                    <a:pt x="274" y="111"/>
                  </a:lnTo>
                  <a:lnTo>
                    <a:pt x="308" y="111"/>
                  </a:lnTo>
                  <a:lnTo>
                    <a:pt x="308" y="326"/>
                  </a:lnTo>
                  <a:lnTo>
                    <a:pt x="274" y="326"/>
                  </a:lnTo>
                  <a:lnTo>
                    <a:pt x="268" y="331"/>
                  </a:lnTo>
                  <a:lnTo>
                    <a:pt x="268" y="362"/>
                  </a:lnTo>
                  <a:lnTo>
                    <a:pt x="234" y="362"/>
                  </a:lnTo>
                  <a:lnTo>
                    <a:pt x="229" y="367"/>
                  </a:lnTo>
                  <a:lnTo>
                    <a:pt x="229" y="400"/>
                  </a:lnTo>
                  <a:lnTo>
                    <a:pt x="158" y="400"/>
                  </a:lnTo>
                  <a:lnTo>
                    <a:pt x="158" y="367"/>
                  </a:lnTo>
                  <a:lnTo>
                    <a:pt x="151" y="362"/>
                  </a:lnTo>
                  <a:lnTo>
                    <a:pt x="119" y="362"/>
                  </a:lnTo>
                  <a:lnTo>
                    <a:pt x="119" y="331"/>
                  </a:lnTo>
                  <a:lnTo>
                    <a:pt x="112" y="326"/>
                  </a:lnTo>
                  <a:lnTo>
                    <a:pt x="83" y="326"/>
                  </a:lnTo>
                  <a:lnTo>
                    <a:pt x="83" y="111"/>
                  </a:lnTo>
                  <a:lnTo>
                    <a:pt x="112" y="111"/>
                  </a:lnTo>
                  <a:lnTo>
                    <a:pt x="119" y="106"/>
                  </a:lnTo>
                  <a:lnTo>
                    <a:pt x="119" y="76"/>
                  </a:lnTo>
                  <a:lnTo>
                    <a:pt x="151" y="76"/>
                  </a:lnTo>
                  <a:lnTo>
                    <a:pt x="158" y="71"/>
                  </a:lnTo>
                  <a:lnTo>
                    <a:pt x="158" y="37"/>
                  </a:lnTo>
                  <a:close/>
                  <a:moveTo>
                    <a:pt x="119" y="0"/>
                  </a:moveTo>
                  <a:lnTo>
                    <a:pt x="268" y="0"/>
                  </a:lnTo>
                  <a:lnTo>
                    <a:pt x="274" y="4"/>
                  </a:lnTo>
                  <a:lnTo>
                    <a:pt x="274" y="32"/>
                  </a:lnTo>
                  <a:lnTo>
                    <a:pt x="347" y="32"/>
                  </a:lnTo>
                  <a:lnTo>
                    <a:pt x="352" y="37"/>
                  </a:lnTo>
                  <a:lnTo>
                    <a:pt x="352" y="106"/>
                  </a:lnTo>
                  <a:lnTo>
                    <a:pt x="387" y="106"/>
                  </a:lnTo>
                  <a:lnTo>
                    <a:pt x="393" y="111"/>
                  </a:lnTo>
                  <a:lnTo>
                    <a:pt x="393" y="326"/>
                  </a:lnTo>
                  <a:lnTo>
                    <a:pt x="387" y="331"/>
                  </a:lnTo>
                  <a:lnTo>
                    <a:pt x="352" y="331"/>
                  </a:lnTo>
                  <a:lnTo>
                    <a:pt x="352" y="400"/>
                  </a:lnTo>
                  <a:lnTo>
                    <a:pt x="347" y="406"/>
                  </a:lnTo>
                  <a:lnTo>
                    <a:pt x="274" y="406"/>
                  </a:lnTo>
                  <a:lnTo>
                    <a:pt x="274" y="435"/>
                  </a:lnTo>
                  <a:lnTo>
                    <a:pt x="268" y="441"/>
                  </a:lnTo>
                  <a:lnTo>
                    <a:pt x="119" y="441"/>
                  </a:lnTo>
                  <a:lnTo>
                    <a:pt x="112" y="435"/>
                  </a:lnTo>
                  <a:lnTo>
                    <a:pt x="112" y="406"/>
                  </a:lnTo>
                  <a:lnTo>
                    <a:pt x="44" y="406"/>
                  </a:lnTo>
                  <a:lnTo>
                    <a:pt x="38" y="400"/>
                  </a:lnTo>
                  <a:lnTo>
                    <a:pt x="38" y="331"/>
                  </a:lnTo>
                  <a:lnTo>
                    <a:pt x="5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5" y="106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44" y="32"/>
                  </a:lnTo>
                  <a:lnTo>
                    <a:pt x="112" y="32"/>
                  </a:lnTo>
                  <a:lnTo>
                    <a:pt x="11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4549" y="1296"/>
              <a:ext cx="95" cy="142"/>
            </a:xfrm>
            <a:custGeom>
              <a:avLst/>
              <a:gdLst/>
              <a:ahLst/>
              <a:cxnLst/>
              <a:rect l="l" t="t" r="r" b="b"/>
              <a:pathLst>
                <a:path w="424" h="632" extrusionOk="0">
                  <a:moveTo>
                    <a:pt x="5" y="0"/>
                  </a:moveTo>
                  <a:lnTo>
                    <a:pt x="111" y="0"/>
                  </a:lnTo>
                  <a:lnTo>
                    <a:pt x="117" y="5"/>
                  </a:lnTo>
                  <a:lnTo>
                    <a:pt x="117" y="370"/>
                  </a:lnTo>
                  <a:lnTo>
                    <a:pt x="151" y="370"/>
                  </a:lnTo>
                  <a:lnTo>
                    <a:pt x="151" y="339"/>
                  </a:lnTo>
                  <a:lnTo>
                    <a:pt x="157" y="334"/>
                  </a:lnTo>
                  <a:lnTo>
                    <a:pt x="190" y="334"/>
                  </a:lnTo>
                  <a:lnTo>
                    <a:pt x="190" y="264"/>
                  </a:lnTo>
                  <a:lnTo>
                    <a:pt x="195" y="259"/>
                  </a:lnTo>
                  <a:lnTo>
                    <a:pt x="228" y="259"/>
                  </a:lnTo>
                  <a:lnTo>
                    <a:pt x="228" y="225"/>
                  </a:lnTo>
                  <a:lnTo>
                    <a:pt x="195" y="225"/>
                  </a:lnTo>
                  <a:lnTo>
                    <a:pt x="190" y="220"/>
                  </a:lnTo>
                  <a:lnTo>
                    <a:pt x="190" y="192"/>
                  </a:lnTo>
                  <a:lnTo>
                    <a:pt x="195" y="187"/>
                  </a:lnTo>
                  <a:lnTo>
                    <a:pt x="384" y="187"/>
                  </a:lnTo>
                  <a:lnTo>
                    <a:pt x="389" y="192"/>
                  </a:lnTo>
                  <a:lnTo>
                    <a:pt x="389" y="220"/>
                  </a:lnTo>
                  <a:lnTo>
                    <a:pt x="384" y="225"/>
                  </a:lnTo>
                  <a:lnTo>
                    <a:pt x="311" y="225"/>
                  </a:lnTo>
                  <a:lnTo>
                    <a:pt x="311" y="259"/>
                  </a:lnTo>
                  <a:lnTo>
                    <a:pt x="306" y="264"/>
                  </a:lnTo>
                  <a:lnTo>
                    <a:pt x="273" y="264"/>
                  </a:lnTo>
                  <a:lnTo>
                    <a:pt x="273" y="295"/>
                  </a:lnTo>
                  <a:lnTo>
                    <a:pt x="267" y="300"/>
                  </a:lnTo>
                  <a:lnTo>
                    <a:pt x="233" y="300"/>
                  </a:lnTo>
                  <a:lnTo>
                    <a:pt x="233" y="334"/>
                  </a:lnTo>
                  <a:lnTo>
                    <a:pt x="228" y="339"/>
                  </a:lnTo>
                  <a:lnTo>
                    <a:pt x="195" y="339"/>
                  </a:lnTo>
                  <a:lnTo>
                    <a:pt x="195" y="407"/>
                  </a:lnTo>
                  <a:lnTo>
                    <a:pt x="228" y="407"/>
                  </a:lnTo>
                  <a:lnTo>
                    <a:pt x="233" y="413"/>
                  </a:lnTo>
                  <a:lnTo>
                    <a:pt x="233" y="443"/>
                  </a:lnTo>
                  <a:lnTo>
                    <a:pt x="267" y="443"/>
                  </a:lnTo>
                  <a:lnTo>
                    <a:pt x="273" y="449"/>
                  </a:lnTo>
                  <a:lnTo>
                    <a:pt x="273" y="482"/>
                  </a:lnTo>
                  <a:lnTo>
                    <a:pt x="306" y="482"/>
                  </a:lnTo>
                  <a:lnTo>
                    <a:pt x="311" y="488"/>
                  </a:lnTo>
                  <a:lnTo>
                    <a:pt x="311" y="516"/>
                  </a:lnTo>
                  <a:lnTo>
                    <a:pt x="345" y="516"/>
                  </a:lnTo>
                  <a:lnTo>
                    <a:pt x="350" y="521"/>
                  </a:lnTo>
                  <a:lnTo>
                    <a:pt x="350" y="552"/>
                  </a:lnTo>
                  <a:lnTo>
                    <a:pt x="384" y="552"/>
                  </a:lnTo>
                  <a:lnTo>
                    <a:pt x="389" y="557"/>
                  </a:lnTo>
                  <a:lnTo>
                    <a:pt x="389" y="590"/>
                  </a:lnTo>
                  <a:lnTo>
                    <a:pt x="417" y="590"/>
                  </a:lnTo>
                  <a:lnTo>
                    <a:pt x="423" y="595"/>
                  </a:lnTo>
                  <a:lnTo>
                    <a:pt x="423" y="625"/>
                  </a:lnTo>
                  <a:lnTo>
                    <a:pt x="417" y="631"/>
                  </a:lnTo>
                  <a:lnTo>
                    <a:pt x="233" y="631"/>
                  </a:lnTo>
                  <a:lnTo>
                    <a:pt x="228" y="625"/>
                  </a:lnTo>
                  <a:lnTo>
                    <a:pt x="228" y="595"/>
                  </a:lnTo>
                  <a:lnTo>
                    <a:pt x="233" y="590"/>
                  </a:lnTo>
                  <a:lnTo>
                    <a:pt x="267" y="590"/>
                  </a:lnTo>
                  <a:lnTo>
                    <a:pt x="267" y="557"/>
                  </a:lnTo>
                  <a:lnTo>
                    <a:pt x="233" y="557"/>
                  </a:lnTo>
                  <a:lnTo>
                    <a:pt x="228" y="552"/>
                  </a:lnTo>
                  <a:lnTo>
                    <a:pt x="228" y="521"/>
                  </a:lnTo>
                  <a:lnTo>
                    <a:pt x="195" y="521"/>
                  </a:lnTo>
                  <a:lnTo>
                    <a:pt x="190" y="516"/>
                  </a:lnTo>
                  <a:lnTo>
                    <a:pt x="190" y="488"/>
                  </a:lnTo>
                  <a:lnTo>
                    <a:pt x="157" y="488"/>
                  </a:lnTo>
                  <a:lnTo>
                    <a:pt x="151" y="482"/>
                  </a:lnTo>
                  <a:lnTo>
                    <a:pt x="151" y="413"/>
                  </a:lnTo>
                  <a:lnTo>
                    <a:pt x="117" y="413"/>
                  </a:lnTo>
                  <a:lnTo>
                    <a:pt x="117" y="590"/>
                  </a:lnTo>
                  <a:lnTo>
                    <a:pt x="151" y="590"/>
                  </a:lnTo>
                  <a:lnTo>
                    <a:pt x="157" y="595"/>
                  </a:lnTo>
                  <a:lnTo>
                    <a:pt x="157" y="625"/>
                  </a:lnTo>
                  <a:lnTo>
                    <a:pt x="151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39" y="590"/>
                  </a:lnTo>
                  <a:lnTo>
                    <a:pt x="39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4661" y="1339"/>
              <a:ext cx="79" cy="99"/>
            </a:xfrm>
            <a:custGeom>
              <a:avLst/>
              <a:gdLst/>
              <a:ahLst/>
              <a:cxnLst/>
              <a:rect l="l" t="t" r="r" b="b"/>
              <a:pathLst>
                <a:path w="353" h="442" extrusionOk="0">
                  <a:moveTo>
                    <a:pt x="118" y="37"/>
                  </a:moveTo>
                  <a:lnTo>
                    <a:pt x="230" y="37"/>
                  </a:lnTo>
                  <a:lnTo>
                    <a:pt x="230" y="71"/>
                  </a:lnTo>
                  <a:lnTo>
                    <a:pt x="235" y="76"/>
                  </a:lnTo>
                  <a:lnTo>
                    <a:pt x="268" y="76"/>
                  </a:lnTo>
                  <a:lnTo>
                    <a:pt x="268" y="145"/>
                  </a:lnTo>
                  <a:lnTo>
                    <a:pt x="84" y="145"/>
                  </a:lnTo>
                  <a:lnTo>
                    <a:pt x="84" y="76"/>
                  </a:lnTo>
                  <a:lnTo>
                    <a:pt x="112" y="76"/>
                  </a:lnTo>
                  <a:lnTo>
                    <a:pt x="118" y="71"/>
                  </a:lnTo>
                  <a:lnTo>
                    <a:pt x="118" y="37"/>
                  </a:lnTo>
                  <a:close/>
                  <a:moveTo>
                    <a:pt x="118" y="0"/>
                  </a:moveTo>
                  <a:lnTo>
                    <a:pt x="268" y="0"/>
                  </a:lnTo>
                  <a:lnTo>
                    <a:pt x="273" y="4"/>
                  </a:lnTo>
                  <a:lnTo>
                    <a:pt x="273" y="32"/>
                  </a:lnTo>
                  <a:lnTo>
                    <a:pt x="308" y="32"/>
                  </a:lnTo>
                  <a:lnTo>
                    <a:pt x="314" y="37"/>
                  </a:lnTo>
                  <a:lnTo>
                    <a:pt x="314" y="71"/>
                  </a:lnTo>
                  <a:lnTo>
                    <a:pt x="346" y="71"/>
                  </a:lnTo>
                  <a:lnTo>
                    <a:pt x="352" y="76"/>
                  </a:lnTo>
                  <a:lnTo>
                    <a:pt x="352" y="181"/>
                  </a:lnTo>
                  <a:lnTo>
                    <a:pt x="346" y="186"/>
                  </a:lnTo>
                  <a:lnTo>
                    <a:pt x="84" y="186"/>
                  </a:lnTo>
                  <a:lnTo>
                    <a:pt x="84" y="293"/>
                  </a:lnTo>
                  <a:lnTo>
                    <a:pt x="112" y="293"/>
                  </a:lnTo>
                  <a:lnTo>
                    <a:pt x="118" y="299"/>
                  </a:lnTo>
                  <a:lnTo>
                    <a:pt x="118" y="326"/>
                  </a:lnTo>
                  <a:lnTo>
                    <a:pt x="151" y="326"/>
                  </a:lnTo>
                  <a:lnTo>
                    <a:pt x="157" y="331"/>
                  </a:lnTo>
                  <a:lnTo>
                    <a:pt x="157" y="362"/>
                  </a:lnTo>
                  <a:lnTo>
                    <a:pt x="308" y="362"/>
                  </a:lnTo>
                  <a:lnTo>
                    <a:pt x="308" y="331"/>
                  </a:lnTo>
                  <a:lnTo>
                    <a:pt x="314" y="326"/>
                  </a:lnTo>
                  <a:lnTo>
                    <a:pt x="346" y="326"/>
                  </a:lnTo>
                  <a:lnTo>
                    <a:pt x="352" y="331"/>
                  </a:lnTo>
                  <a:lnTo>
                    <a:pt x="352" y="362"/>
                  </a:lnTo>
                  <a:lnTo>
                    <a:pt x="346" y="367"/>
                  </a:lnTo>
                  <a:lnTo>
                    <a:pt x="314" y="367"/>
                  </a:lnTo>
                  <a:lnTo>
                    <a:pt x="314" y="400"/>
                  </a:lnTo>
                  <a:lnTo>
                    <a:pt x="308" y="406"/>
                  </a:lnTo>
                  <a:lnTo>
                    <a:pt x="273" y="406"/>
                  </a:lnTo>
                  <a:lnTo>
                    <a:pt x="273" y="435"/>
                  </a:lnTo>
                  <a:lnTo>
                    <a:pt x="268" y="441"/>
                  </a:lnTo>
                  <a:lnTo>
                    <a:pt x="118" y="441"/>
                  </a:lnTo>
                  <a:lnTo>
                    <a:pt x="112" y="435"/>
                  </a:lnTo>
                  <a:lnTo>
                    <a:pt x="112" y="406"/>
                  </a:lnTo>
                  <a:lnTo>
                    <a:pt x="45" y="406"/>
                  </a:lnTo>
                  <a:lnTo>
                    <a:pt x="40" y="400"/>
                  </a:lnTo>
                  <a:lnTo>
                    <a:pt x="40" y="331"/>
                  </a:lnTo>
                  <a:lnTo>
                    <a:pt x="5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5" y="106"/>
                  </a:lnTo>
                  <a:lnTo>
                    <a:pt x="40" y="106"/>
                  </a:lnTo>
                  <a:lnTo>
                    <a:pt x="40" y="37"/>
                  </a:lnTo>
                  <a:lnTo>
                    <a:pt x="45" y="32"/>
                  </a:lnTo>
                  <a:lnTo>
                    <a:pt x="112" y="32"/>
                  </a:lnTo>
                  <a:lnTo>
                    <a:pt x="112" y="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4759" y="1296"/>
              <a:ext cx="87" cy="142"/>
            </a:xfrm>
            <a:custGeom>
              <a:avLst/>
              <a:gdLst/>
              <a:ahLst/>
              <a:cxnLst/>
              <a:rect l="l" t="t" r="r" b="b"/>
              <a:pathLst>
                <a:path w="389" h="632" extrusionOk="0">
                  <a:moveTo>
                    <a:pt x="155" y="225"/>
                  </a:moveTo>
                  <a:lnTo>
                    <a:pt x="227" y="225"/>
                  </a:lnTo>
                  <a:lnTo>
                    <a:pt x="227" y="259"/>
                  </a:lnTo>
                  <a:lnTo>
                    <a:pt x="231" y="264"/>
                  </a:lnTo>
                  <a:lnTo>
                    <a:pt x="266" y="264"/>
                  </a:lnTo>
                  <a:lnTo>
                    <a:pt x="266" y="552"/>
                  </a:lnTo>
                  <a:lnTo>
                    <a:pt x="231" y="552"/>
                  </a:lnTo>
                  <a:lnTo>
                    <a:pt x="227" y="557"/>
                  </a:lnTo>
                  <a:lnTo>
                    <a:pt x="227" y="590"/>
                  </a:lnTo>
                  <a:lnTo>
                    <a:pt x="155" y="590"/>
                  </a:lnTo>
                  <a:lnTo>
                    <a:pt x="155" y="557"/>
                  </a:lnTo>
                  <a:lnTo>
                    <a:pt x="150" y="552"/>
                  </a:lnTo>
                  <a:lnTo>
                    <a:pt x="115" y="552"/>
                  </a:lnTo>
                  <a:lnTo>
                    <a:pt x="115" y="521"/>
                  </a:lnTo>
                  <a:lnTo>
                    <a:pt x="109" y="516"/>
                  </a:lnTo>
                  <a:lnTo>
                    <a:pt x="83" y="516"/>
                  </a:lnTo>
                  <a:lnTo>
                    <a:pt x="83" y="300"/>
                  </a:lnTo>
                  <a:lnTo>
                    <a:pt x="109" y="300"/>
                  </a:lnTo>
                  <a:lnTo>
                    <a:pt x="115" y="295"/>
                  </a:lnTo>
                  <a:lnTo>
                    <a:pt x="115" y="264"/>
                  </a:lnTo>
                  <a:lnTo>
                    <a:pt x="150" y="264"/>
                  </a:lnTo>
                  <a:lnTo>
                    <a:pt x="155" y="259"/>
                  </a:lnTo>
                  <a:lnTo>
                    <a:pt x="155" y="225"/>
                  </a:lnTo>
                  <a:close/>
                  <a:moveTo>
                    <a:pt x="231" y="0"/>
                  </a:moveTo>
                  <a:lnTo>
                    <a:pt x="343" y="0"/>
                  </a:lnTo>
                  <a:lnTo>
                    <a:pt x="349" y="5"/>
                  </a:lnTo>
                  <a:lnTo>
                    <a:pt x="349" y="590"/>
                  </a:lnTo>
                  <a:lnTo>
                    <a:pt x="381" y="590"/>
                  </a:lnTo>
                  <a:lnTo>
                    <a:pt x="388" y="595"/>
                  </a:lnTo>
                  <a:lnTo>
                    <a:pt x="388" y="625"/>
                  </a:lnTo>
                  <a:lnTo>
                    <a:pt x="381" y="631"/>
                  </a:lnTo>
                  <a:lnTo>
                    <a:pt x="310" y="631"/>
                  </a:lnTo>
                  <a:lnTo>
                    <a:pt x="304" y="625"/>
                  </a:lnTo>
                  <a:lnTo>
                    <a:pt x="304" y="595"/>
                  </a:lnTo>
                  <a:lnTo>
                    <a:pt x="272" y="595"/>
                  </a:lnTo>
                  <a:lnTo>
                    <a:pt x="272" y="625"/>
                  </a:lnTo>
                  <a:lnTo>
                    <a:pt x="266" y="631"/>
                  </a:lnTo>
                  <a:lnTo>
                    <a:pt x="115" y="631"/>
                  </a:lnTo>
                  <a:lnTo>
                    <a:pt x="109" y="625"/>
                  </a:lnTo>
                  <a:lnTo>
                    <a:pt x="109" y="595"/>
                  </a:lnTo>
                  <a:lnTo>
                    <a:pt x="44" y="595"/>
                  </a:lnTo>
                  <a:lnTo>
                    <a:pt x="38" y="590"/>
                  </a:lnTo>
                  <a:lnTo>
                    <a:pt x="38" y="521"/>
                  </a:lnTo>
                  <a:lnTo>
                    <a:pt x="4" y="521"/>
                  </a:lnTo>
                  <a:lnTo>
                    <a:pt x="0" y="516"/>
                  </a:lnTo>
                  <a:lnTo>
                    <a:pt x="0" y="300"/>
                  </a:lnTo>
                  <a:lnTo>
                    <a:pt x="4" y="295"/>
                  </a:lnTo>
                  <a:lnTo>
                    <a:pt x="38" y="295"/>
                  </a:lnTo>
                  <a:lnTo>
                    <a:pt x="38" y="225"/>
                  </a:lnTo>
                  <a:lnTo>
                    <a:pt x="44" y="220"/>
                  </a:lnTo>
                  <a:lnTo>
                    <a:pt x="109" y="220"/>
                  </a:lnTo>
                  <a:lnTo>
                    <a:pt x="109" y="192"/>
                  </a:lnTo>
                  <a:lnTo>
                    <a:pt x="115" y="187"/>
                  </a:lnTo>
                  <a:lnTo>
                    <a:pt x="227" y="187"/>
                  </a:lnTo>
                  <a:lnTo>
                    <a:pt x="231" y="192"/>
                  </a:lnTo>
                  <a:lnTo>
                    <a:pt x="231" y="220"/>
                  </a:lnTo>
                  <a:lnTo>
                    <a:pt x="266" y="220"/>
                  </a:lnTo>
                  <a:lnTo>
                    <a:pt x="266" y="43"/>
                  </a:lnTo>
                  <a:lnTo>
                    <a:pt x="231" y="43"/>
                  </a:lnTo>
                  <a:lnTo>
                    <a:pt x="227" y="38"/>
                  </a:lnTo>
                  <a:lnTo>
                    <a:pt x="227" y="5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1" name="Google Shape;411;p32"/>
          <p:cNvGrpSpPr/>
          <p:nvPr/>
        </p:nvGrpSpPr>
        <p:grpSpPr>
          <a:xfrm>
            <a:off x="6719887" y="2687637"/>
            <a:ext cx="1690687" cy="249237"/>
            <a:chOff x="3840" y="1536"/>
            <a:chExt cx="966" cy="142"/>
          </a:xfrm>
        </p:grpSpPr>
        <p:sp>
          <p:nvSpPr>
            <p:cNvPr id="412" name="Google Shape;412;p32"/>
            <p:cNvSpPr/>
            <p:nvPr/>
          </p:nvSpPr>
          <p:spPr>
            <a:xfrm>
              <a:off x="3840" y="1579"/>
              <a:ext cx="78" cy="99"/>
            </a:xfrm>
            <a:custGeom>
              <a:avLst/>
              <a:gdLst/>
              <a:ahLst/>
              <a:cxnLst/>
              <a:rect l="l" t="t" r="r" b="b"/>
              <a:pathLst>
                <a:path w="350" h="442" extrusionOk="0">
                  <a:moveTo>
                    <a:pt x="4" y="0"/>
                  </a:moveTo>
                  <a:lnTo>
                    <a:pt x="123" y="0"/>
                  </a:lnTo>
                  <a:lnTo>
                    <a:pt x="128" y="4"/>
                  </a:lnTo>
                  <a:lnTo>
                    <a:pt x="128" y="32"/>
                  </a:lnTo>
                  <a:lnTo>
                    <a:pt x="123" y="37"/>
                  </a:lnTo>
                  <a:lnTo>
                    <a:pt x="97" y="37"/>
                  </a:lnTo>
                  <a:lnTo>
                    <a:pt x="97" y="71"/>
                  </a:lnTo>
                  <a:lnTo>
                    <a:pt x="123" y="71"/>
                  </a:lnTo>
                  <a:lnTo>
                    <a:pt x="128" y="76"/>
                  </a:lnTo>
                  <a:lnTo>
                    <a:pt x="128" y="106"/>
                  </a:lnTo>
                  <a:lnTo>
                    <a:pt x="155" y="106"/>
                  </a:lnTo>
                  <a:lnTo>
                    <a:pt x="160" y="111"/>
                  </a:lnTo>
                  <a:lnTo>
                    <a:pt x="160" y="181"/>
                  </a:lnTo>
                  <a:lnTo>
                    <a:pt x="189" y="181"/>
                  </a:lnTo>
                  <a:lnTo>
                    <a:pt x="189" y="150"/>
                  </a:lnTo>
                  <a:lnTo>
                    <a:pt x="193" y="145"/>
                  </a:lnTo>
                  <a:lnTo>
                    <a:pt x="220" y="145"/>
                  </a:lnTo>
                  <a:lnTo>
                    <a:pt x="220" y="76"/>
                  </a:lnTo>
                  <a:lnTo>
                    <a:pt x="225" y="71"/>
                  </a:lnTo>
                  <a:lnTo>
                    <a:pt x="252" y="71"/>
                  </a:lnTo>
                  <a:lnTo>
                    <a:pt x="252" y="37"/>
                  </a:lnTo>
                  <a:lnTo>
                    <a:pt x="225" y="37"/>
                  </a:lnTo>
                  <a:lnTo>
                    <a:pt x="220" y="32"/>
                  </a:lnTo>
                  <a:lnTo>
                    <a:pt x="220" y="4"/>
                  </a:lnTo>
                  <a:lnTo>
                    <a:pt x="225" y="0"/>
                  </a:lnTo>
                  <a:lnTo>
                    <a:pt x="344" y="0"/>
                  </a:lnTo>
                  <a:lnTo>
                    <a:pt x="349" y="4"/>
                  </a:lnTo>
                  <a:lnTo>
                    <a:pt x="349" y="32"/>
                  </a:lnTo>
                  <a:lnTo>
                    <a:pt x="344" y="37"/>
                  </a:lnTo>
                  <a:lnTo>
                    <a:pt x="321" y="37"/>
                  </a:lnTo>
                  <a:lnTo>
                    <a:pt x="321" y="71"/>
                  </a:lnTo>
                  <a:lnTo>
                    <a:pt x="318" y="76"/>
                  </a:lnTo>
                  <a:lnTo>
                    <a:pt x="290" y="76"/>
                  </a:lnTo>
                  <a:lnTo>
                    <a:pt x="290" y="106"/>
                  </a:lnTo>
                  <a:lnTo>
                    <a:pt x="285" y="111"/>
                  </a:lnTo>
                  <a:lnTo>
                    <a:pt x="257" y="111"/>
                  </a:lnTo>
                  <a:lnTo>
                    <a:pt x="257" y="145"/>
                  </a:lnTo>
                  <a:lnTo>
                    <a:pt x="252" y="150"/>
                  </a:lnTo>
                  <a:lnTo>
                    <a:pt x="225" y="150"/>
                  </a:lnTo>
                  <a:lnTo>
                    <a:pt x="225" y="181"/>
                  </a:lnTo>
                  <a:lnTo>
                    <a:pt x="220" y="186"/>
                  </a:lnTo>
                  <a:lnTo>
                    <a:pt x="193" y="186"/>
                  </a:lnTo>
                  <a:lnTo>
                    <a:pt x="193" y="218"/>
                  </a:lnTo>
                  <a:lnTo>
                    <a:pt x="220" y="218"/>
                  </a:lnTo>
                  <a:lnTo>
                    <a:pt x="225" y="224"/>
                  </a:lnTo>
                  <a:lnTo>
                    <a:pt x="225" y="254"/>
                  </a:lnTo>
                  <a:lnTo>
                    <a:pt x="252" y="254"/>
                  </a:lnTo>
                  <a:lnTo>
                    <a:pt x="257" y="260"/>
                  </a:lnTo>
                  <a:lnTo>
                    <a:pt x="257" y="293"/>
                  </a:lnTo>
                  <a:lnTo>
                    <a:pt x="285" y="293"/>
                  </a:lnTo>
                  <a:lnTo>
                    <a:pt x="290" y="299"/>
                  </a:lnTo>
                  <a:lnTo>
                    <a:pt x="290" y="362"/>
                  </a:lnTo>
                  <a:lnTo>
                    <a:pt x="318" y="362"/>
                  </a:lnTo>
                  <a:lnTo>
                    <a:pt x="321" y="367"/>
                  </a:lnTo>
                  <a:lnTo>
                    <a:pt x="321" y="400"/>
                  </a:lnTo>
                  <a:lnTo>
                    <a:pt x="344" y="400"/>
                  </a:lnTo>
                  <a:lnTo>
                    <a:pt x="349" y="406"/>
                  </a:lnTo>
                  <a:lnTo>
                    <a:pt x="349" y="435"/>
                  </a:lnTo>
                  <a:lnTo>
                    <a:pt x="344" y="441"/>
                  </a:lnTo>
                  <a:lnTo>
                    <a:pt x="225" y="441"/>
                  </a:lnTo>
                  <a:lnTo>
                    <a:pt x="220" y="435"/>
                  </a:lnTo>
                  <a:lnTo>
                    <a:pt x="220" y="406"/>
                  </a:lnTo>
                  <a:lnTo>
                    <a:pt x="225" y="400"/>
                  </a:lnTo>
                  <a:lnTo>
                    <a:pt x="252" y="400"/>
                  </a:lnTo>
                  <a:lnTo>
                    <a:pt x="252" y="367"/>
                  </a:lnTo>
                  <a:lnTo>
                    <a:pt x="225" y="367"/>
                  </a:lnTo>
                  <a:lnTo>
                    <a:pt x="220" y="362"/>
                  </a:lnTo>
                  <a:lnTo>
                    <a:pt x="220" y="331"/>
                  </a:lnTo>
                  <a:lnTo>
                    <a:pt x="193" y="331"/>
                  </a:lnTo>
                  <a:lnTo>
                    <a:pt x="189" y="326"/>
                  </a:lnTo>
                  <a:lnTo>
                    <a:pt x="189" y="260"/>
                  </a:lnTo>
                  <a:lnTo>
                    <a:pt x="160" y="260"/>
                  </a:lnTo>
                  <a:lnTo>
                    <a:pt x="160" y="293"/>
                  </a:lnTo>
                  <a:lnTo>
                    <a:pt x="155" y="299"/>
                  </a:lnTo>
                  <a:lnTo>
                    <a:pt x="128" y="299"/>
                  </a:lnTo>
                  <a:lnTo>
                    <a:pt x="128" y="326"/>
                  </a:lnTo>
                  <a:lnTo>
                    <a:pt x="123" y="331"/>
                  </a:lnTo>
                  <a:lnTo>
                    <a:pt x="97" y="331"/>
                  </a:lnTo>
                  <a:lnTo>
                    <a:pt x="97" y="400"/>
                  </a:lnTo>
                  <a:lnTo>
                    <a:pt x="123" y="400"/>
                  </a:lnTo>
                  <a:lnTo>
                    <a:pt x="128" y="406"/>
                  </a:lnTo>
                  <a:lnTo>
                    <a:pt x="128" y="435"/>
                  </a:lnTo>
                  <a:lnTo>
                    <a:pt x="123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2" y="400"/>
                  </a:lnTo>
                  <a:lnTo>
                    <a:pt x="32" y="367"/>
                  </a:lnTo>
                  <a:lnTo>
                    <a:pt x="37" y="362"/>
                  </a:lnTo>
                  <a:lnTo>
                    <a:pt x="65" y="362"/>
                  </a:lnTo>
                  <a:lnTo>
                    <a:pt x="65" y="299"/>
                  </a:lnTo>
                  <a:lnTo>
                    <a:pt x="69" y="293"/>
                  </a:lnTo>
                  <a:lnTo>
                    <a:pt x="92" y="293"/>
                  </a:lnTo>
                  <a:lnTo>
                    <a:pt x="92" y="260"/>
                  </a:lnTo>
                  <a:lnTo>
                    <a:pt x="97" y="254"/>
                  </a:lnTo>
                  <a:lnTo>
                    <a:pt x="123" y="254"/>
                  </a:lnTo>
                  <a:lnTo>
                    <a:pt x="123" y="186"/>
                  </a:lnTo>
                  <a:lnTo>
                    <a:pt x="97" y="186"/>
                  </a:lnTo>
                  <a:lnTo>
                    <a:pt x="92" y="181"/>
                  </a:lnTo>
                  <a:lnTo>
                    <a:pt x="92" y="150"/>
                  </a:lnTo>
                  <a:lnTo>
                    <a:pt x="69" y="150"/>
                  </a:lnTo>
                  <a:lnTo>
                    <a:pt x="65" y="145"/>
                  </a:lnTo>
                  <a:lnTo>
                    <a:pt x="65" y="76"/>
                  </a:lnTo>
                  <a:lnTo>
                    <a:pt x="37" y="76"/>
                  </a:lnTo>
                  <a:lnTo>
                    <a:pt x="32" y="71"/>
                  </a:lnTo>
                  <a:lnTo>
                    <a:pt x="32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3972" y="1595"/>
              <a:ext cx="84" cy="50"/>
            </a:xfrm>
            <a:custGeom>
              <a:avLst/>
              <a:gdLst/>
              <a:ahLst/>
              <a:cxnLst/>
              <a:rect l="l" t="t" r="r" b="b"/>
              <a:pathLst>
                <a:path w="376" h="225" extrusionOk="0">
                  <a:moveTo>
                    <a:pt x="4" y="145"/>
                  </a:moveTo>
                  <a:lnTo>
                    <a:pt x="370" y="145"/>
                  </a:lnTo>
                  <a:lnTo>
                    <a:pt x="375" y="151"/>
                  </a:lnTo>
                  <a:lnTo>
                    <a:pt x="375" y="219"/>
                  </a:lnTo>
                  <a:lnTo>
                    <a:pt x="370" y="224"/>
                  </a:lnTo>
                  <a:lnTo>
                    <a:pt x="4" y="224"/>
                  </a:lnTo>
                  <a:lnTo>
                    <a:pt x="0" y="219"/>
                  </a:lnTo>
                  <a:lnTo>
                    <a:pt x="0" y="151"/>
                  </a:lnTo>
                  <a:lnTo>
                    <a:pt x="4" y="145"/>
                  </a:lnTo>
                  <a:close/>
                  <a:moveTo>
                    <a:pt x="4" y="0"/>
                  </a:moveTo>
                  <a:lnTo>
                    <a:pt x="370" y="0"/>
                  </a:lnTo>
                  <a:lnTo>
                    <a:pt x="375" y="4"/>
                  </a:lnTo>
                  <a:lnTo>
                    <a:pt x="375" y="73"/>
                  </a:lnTo>
                  <a:lnTo>
                    <a:pt x="370" y="78"/>
                  </a:lnTo>
                  <a:lnTo>
                    <a:pt x="4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4115" y="1536"/>
              <a:ext cx="69" cy="142"/>
            </a:xfrm>
            <a:custGeom>
              <a:avLst/>
              <a:gdLst/>
              <a:ahLst/>
              <a:cxnLst/>
              <a:rect l="l" t="t" r="r" b="b"/>
              <a:pathLst>
                <a:path w="310" h="632" extrusionOk="0">
                  <a:moveTo>
                    <a:pt x="125" y="225"/>
                  </a:moveTo>
                  <a:lnTo>
                    <a:pt x="181" y="225"/>
                  </a:lnTo>
                  <a:lnTo>
                    <a:pt x="181" y="259"/>
                  </a:lnTo>
                  <a:lnTo>
                    <a:pt x="184" y="264"/>
                  </a:lnTo>
                  <a:lnTo>
                    <a:pt x="211" y="264"/>
                  </a:lnTo>
                  <a:lnTo>
                    <a:pt x="211" y="552"/>
                  </a:lnTo>
                  <a:lnTo>
                    <a:pt x="184" y="552"/>
                  </a:lnTo>
                  <a:lnTo>
                    <a:pt x="181" y="557"/>
                  </a:lnTo>
                  <a:lnTo>
                    <a:pt x="181" y="590"/>
                  </a:lnTo>
                  <a:lnTo>
                    <a:pt x="125" y="590"/>
                  </a:lnTo>
                  <a:lnTo>
                    <a:pt x="125" y="557"/>
                  </a:lnTo>
                  <a:lnTo>
                    <a:pt x="120" y="552"/>
                  </a:lnTo>
                  <a:lnTo>
                    <a:pt x="92" y="552"/>
                  </a:lnTo>
                  <a:lnTo>
                    <a:pt x="92" y="521"/>
                  </a:lnTo>
                  <a:lnTo>
                    <a:pt x="88" y="516"/>
                  </a:lnTo>
                  <a:lnTo>
                    <a:pt x="66" y="516"/>
                  </a:lnTo>
                  <a:lnTo>
                    <a:pt x="66" y="300"/>
                  </a:lnTo>
                  <a:lnTo>
                    <a:pt x="88" y="300"/>
                  </a:lnTo>
                  <a:lnTo>
                    <a:pt x="92" y="295"/>
                  </a:lnTo>
                  <a:lnTo>
                    <a:pt x="92" y="264"/>
                  </a:lnTo>
                  <a:lnTo>
                    <a:pt x="120" y="264"/>
                  </a:lnTo>
                  <a:lnTo>
                    <a:pt x="125" y="259"/>
                  </a:lnTo>
                  <a:lnTo>
                    <a:pt x="125" y="225"/>
                  </a:lnTo>
                  <a:close/>
                  <a:moveTo>
                    <a:pt x="184" y="0"/>
                  </a:moveTo>
                  <a:lnTo>
                    <a:pt x="273" y="0"/>
                  </a:lnTo>
                  <a:lnTo>
                    <a:pt x="278" y="5"/>
                  </a:lnTo>
                  <a:lnTo>
                    <a:pt x="278" y="590"/>
                  </a:lnTo>
                  <a:lnTo>
                    <a:pt x="304" y="590"/>
                  </a:lnTo>
                  <a:lnTo>
                    <a:pt x="309" y="595"/>
                  </a:lnTo>
                  <a:lnTo>
                    <a:pt x="309" y="625"/>
                  </a:lnTo>
                  <a:lnTo>
                    <a:pt x="304" y="631"/>
                  </a:lnTo>
                  <a:lnTo>
                    <a:pt x="247" y="631"/>
                  </a:lnTo>
                  <a:lnTo>
                    <a:pt x="242" y="625"/>
                  </a:lnTo>
                  <a:lnTo>
                    <a:pt x="242" y="595"/>
                  </a:lnTo>
                  <a:lnTo>
                    <a:pt x="216" y="595"/>
                  </a:lnTo>
                  <a:lnTo>
                    <a:pt x="216" y="625"/>
                  </a:lnTo>
                  <a:lnTo>
                    <a:pt x="211" y="631"/>
                  </a:lnTo>
                  <a:lnTo>
                    <a:pt x="92" y="631"/>
                  </a:lnTo>
                  <a:lnTo>
                    <a:pt x="88" y="625"/>
                  </a:lnTo>
                  <a:lnTo>
                    <a:pt x="88" y="595"/>
                  </a:lnTo>
                  <a:lnTo>
                    <a:pt x="35" y="595"/>
                  </a:lnTo>
                  <a:lnTo>
                    <a:pt x="30" y="590"/>
                  </a:lnTo>
                  <a:lnTo>
                    <a:pt x="30" y="521"/>
                  </a:lnTo>
                  <a:lnTo>
                    <a:pt x="4" y="521"/>
                  </a:lnTo>
                  <a:lnTo>
                    <a:pt x="0" y="516"/>
                  </a:lnTo>
                  <a:lnTo>
                    <a:pt x="0" y="300"/>
                  </a:lnTo>
                  <a:lnTo>
                    <a:pt x="4" y="295"/>
                  </a:lnTo>
                  <a:lnTo>
                    <a:pt x="30" y="295"/>
                  </a:lnTo>
                  <a:lnTo>
                    <a:pt x="30" y="225"/>
                  </a:lnTo>
                  <a:lnTo>
                    <a:pt x="35" y="220"/>
                  </a:lnTo>
                  <a:lnTo>
                    <a:pt x="88" y="220"/>
                  </a:lnTo>
                  <a:lnTo>
                    <a:pt x="88" y="192"/>
                  </a:lnTo>
                  <a:lnTo>
                    <a:pt x="92" y="187"/>
                  </a:lnTo>
                  <a:lnTo>
                    <a:pt x="181" y="187"/>
                  </a:lnTo>
                  <a:lnTo>
                    <a:pt x="184" y="192"/>
                  </a:lnTo>
                  <a:lnTo>
                    <a:pt x="184" y="220"/>
                  </a:lnTo>
                  <a:lnTo>
                    <a:pt x="211" y="220"/>
                  </a:lnTo>
                  <a:lnTo>
                    <a:pt x="211" y="43"/>
                  </a:lnTo>
                  <a:lnTo>
                    <a:pt x="184" y="43"/>
                  </a:lnTo>
                  <a:lnTo>
                    <a:pt x="181" y="38"/>
                  </a:lnTo>
                  <a:lnTo>
                    <a:pt x="181" y="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4203" y="1579"/>
              <a:ext cx="69" cy="99"/>
            </a:xfrm>
            <a:custGeom>
              <a:avLst/>
              <a:gdLst/>
              <a:ahLst/>
              <a:cxnLst/>
              <a:rect l="l" t="t" r="r" b="b"/>
              <a:pathLst>
                <a:path w="310" h="442" extrusionOk="0">
                  <a:moveTo>
                    <a:pt x="124" y="37"/>
                  </a:moveTo>
                  <a:lnTo>
                    <a:pt x="181" y="37"/>
                  </a:lnTo>
                  <a:lnTo>
                    <a:pt x="181" y="71"/>
                  </a:lnTo>
                  <a:lnTo>
                    <a:pt x="185" y="76"/>
                  </a:lnTo>
                  <a:lnTo>
                    <a:pt x="211" y="76"/>
                  </a:lnTo>
                  <a:lnTo>
                    <a:pt x="211" y="106"/>
                  </a:lnTo>
                  <a:lnTo>
                    <a:pt x="216" y="111"/>
                  </a:lnTo>
                  <a:lnTo>
                    <a:pt x="243" y="111"/>
                  </a:lnTo>
                  <a:lnTo>
                    <a:pt x="243" y="326"/>
                  </a:lnTo>
                  <a:lnTo>
                    <a:pt x="216" y="326"/>
                  </a:lnTo>
                  <a:lnTo>
                    <a:pt x="211" y="331"/>
                  </a:lnTo>
                  <a:lnTo>
                    <a:pt x="211" y="362"/>
                  </a:lnTo>
                  <a:lnTo>
                    <a:pt x="185" y="362"/>
                  </a:lnTo>
                  <a:lnTo>
                    <a:pt x="181" y="367"/>
                  </a:lnTo>
                  <a:lnTo>
                    <a:pt x="181" y="400"/>
                  </a:lnTo>
                  <a:lnTo>
                    <a:pt x="124" y="400"/>
                  </a:lnTo>
                  <a:lnTo>
                    <a:pt x="124" y="367"/>
                  </a:lnTo>
                  <a:lnTo>
                    <a:pt x="119" y="362"/>
                  </a:lnTo>
                  <a:lnTo>
                    <a:pt x="92" y="362"/>
                  </a:lnTo>
                  <a:lnTo>
                    <a:pt x="92" y="331"/>
                  </a:lnTo>
                  <a:lnTo>
                    <a:pt x="87" y="326"/>
                  </a:lnTo>
                  <a:lnTo>
                    <a:pt x="65" y="326"/>
                  </a:lnTo>
                  <a:lnTo>
                    <a:pt x="65" y="111"/>
                  </a:lnTo>
                  <a:lnTo>
                    <a:pt x="87" y="111"/>
                  </a:lnTo>
                  <a:lnTo>
                    <a:pt x="92" y="106"/>
                  </a:lnTo>
                  <a:lnTo>
                    <a:pt x="92" y="76"/>
                  </a:lnTo>
                  <a:lnTo>
                    <a:pt x="119" y="76"/>
                  </a:lnTo>
                  <a:lnTo>
                    <a:pt x="124" y="71"/>
                  </a:lnTo>
                  <a:lnTo>
                    <a:pt x="124" y="37"/>
                  </a:lnTo>
                  <a:close/>
                  <a:moveTo>
                    <a:pt x="92" y="0"/>
                  </a:moveTo>
                  <a:lnTo>
                    <a:pt x="211" y="0"/>
                  </a:lnTo>
                  <a:lnTo>
                    <a:pt x="216" y="4"/>
                  </a:lnTo>
                  <a:lnTo>
                    <a:pt x="216" y="32"/>
                  </a:lnTo>
                  <a:lnTo>
                    <a:pt x="274" y="32"/>
                  </a:lnTo>
                  <a:lnTo>
                    <a:pt x="279" y="37"/>
                  </a:lnTo>
                  <a:lnTo>
                    <a:pt x="279" y="106"/>
                  </a:lnTo>
                  <a:lnTo>
                    <a:pt x="305" y="106"/>
                  </a:lnTo>
                  <a:lnTo>
                    <a:pt x="309" y="111"/>
                  </a:lnTo>
                  <a:lnTo>
                    <a:pt x="309" y="326"/>
                  </a:lnTo>
                  <a:lnTo>
                    <a:pt x="305" y="331"/>
                  </a:lnTo>
                  <a:lnTo>
                    <a:pt x="279" y="331"/>
                  </a:lnTo>
                  <a:lnTo>
                    <a:pt x="279" y="400"/>
                  </a:lnTo>
                  <a:lnTo>
                    <a:pt x="274" y="406"/>
                  </a:lnTo>
                  <a:lnTo>
                    <a:pt x="216" y="406"/>
                  </a:lnTo>
                  <a:lnTo>
                    <a:pt x="216" y="435"/>
                  </a:lnTo>
                  <a:lnTo>
                    <a:pt x="211" y="441"/>
                  </a:lnTo>
                  <a:lnTo>
                    <a:pt x="92" y="441"/>
                  </a:lnTo>
                  <a:lnTo>
                    <a:pt x="87" y="435"/>
                  </a:lnTo>
                  <a:lnTo>
                    <a:pt x="87" y="406"/>
                  </a:lnTo>
                  <a:lnTo>
                    <a:pt x="34" y="406"/>
                  </a:lnTo>
                  <a:lnTo>
                    <a:pt x="30" y="400"/>
                  </a:lnTo>
                  <a:lnTo>
                    <a:pt x="30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4" y="32"/>
                  </a:lnTo>
                  <a:lnTo>
                    <a:pt x="87" y="32"/>
                  </a:lnTo>
                  <a:lnTo>
                    <a:pt x="87" y="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4291" y="1579"/>
              <a:ext cx="78" cy="99"/>
            </a:xfrm>
            <a:custGeom>
              <a:avLst/>
              <a:gdLst/>
              <a:ahLst/>
              <a:cxnLst/>
              <a:rect l="l" t="t" r="r" b="b"/>
              <a:pathLst>
                <a:path w="349" h="442" extrusionOk="0">
                  <a:moveTo>
                    <a:pt x="4" y="0"/>
                  </a:moveTo>
                  <a:lnTo>
                    <a:pt x="91" y="0"/>
                  </a:lnTo>
                  <a:lnTo>
                    <a:pt x="96" y="4"/>
                  </a:lnTo>
                  <a:lnTo>
                    <a:pt x="96" y="71"/>
                  </a:lnTo>
                  <a:lnTo>
                    <a:pt x="124" y="71"/>
                  </a:lnTo>
                  <a:lnTo>
                    <a:pt x="124" y="37"/>
                  </a:lnTo>
                  <a:lnTo>
                    <a:pt x="128" y="32"/>
                  </a:lnTo>
                  <a:lnTo>
                    <a:pt x="156" y="32"/>
                  </a:lnTo>
                  <a:lnTo>
                    <a:pt x="156" y="4"/>
                  </a:lnTo>
                  <a:lnTo>
                    <a:pt x="159" y="0"/>
                  </a:lnTo>
                  <a:lnTo>
                    <a:pt x="251" y="0"/>
                  </a:lnTo>
                  <a:lnTo>
                    <a:pt x="256" y="4"/>
                  </a:lnTo>
                  <a:lnTo>
                    <a:pt x="256" y="32"/>
                  </a:lnTo>
                  <a:lnTo>
                    <a:pt x="285" y="32"/>
                  </a:lnTo>
                  <a:lnTo>
                    <a:pt x="289" y="37"/>
                  </a:lnTo>
                  <a:lnTo>
                    <a:pt x="289" y="71"/>
                  </a:lnTo>
                  <a:lnTo>
                    <a:pt x="317" y="71"/>
                  </a:lnTo>
                  <a:lnTo>
                    <a:pt x="320" y="76"/>
                  </a:lnTo>
                  <a:lnTo>
                    <a:pt x="320" y="400"/>
                  </a:lnTo>
                  <a:lnTo>
                    <a:pt x="343" y="400"/>
                  </a:lnTo>
                  <a:lnTo>
                    <a:pt x="348" y="406"/>
                  </a:lnTo>
                  <a:lnTo>
                    <a:pt x="348" y="435"/>
                  </a:lnTo>
                  <a:lnTo>
                    <a:pt x="343" y="441"/>
                  </a:lnTo>
                  <a:lnTo>
                    <a:pt x="225" y="441"/>
                  </a:lnTo>
                  <a:lnTo>
                    <a:pt x="220" y="435"/>
                  </a:lnTo>
                  <a:lnTo>
                    <a:pt x="220" y="406"/>
                  </a:lnTo>
                  <a:lnTo>
                    <a:pt x="225" y="400"/>
                  </a:lnTo>
                  <a:lnTo>
                    <a:pt x="251" y="400"/>
                  </a:lnTo>
                  <a:lnTo>
                    <a:pt x="251" y="111"/>
                  </a:lnTo>
                  <a:lnTo>
                    <a:pt x="225" y="111"/>
                  </a:lnTo>
                  <a:lnTo>
                    <a:pt x="220" y="106"/>
                  </a:lnTo>
                  <a:lnTo>
                    <a:pt x="220" y="76"/>
                  </a:lnTo>
                  <a:lnTo>
                    <a:pt x="128" y="76"/>
                  </a:lnTo>
                  <a:lnTo>
                    <a:pt x="128" y="106"/>
                  </a:lnTo>
                  <a:lnTo>
                    <a:pt x="124" y="111"/>
                  </a:lnTo>
                  <a:lnTo>
                    <a:pt x="96" y="111"/>
                  </a:lnTo>
                  <a:lnTo>
                    <a:pt x="96" y="400"/>
                  </a:lnTo>
                  <a:lnTo>
                    <a:pt x="124" y="400"/>
                  </a:lnTo>
                  <a:lnTo>
                    <a:pt x="128" y="406"/>
                  </a:lnTo>
                  <a:lnTo>
                    <a:pt x="128" y="435"/>
                  </a:lnTo>
                  <a:lnTo>
                    <a:pt x="124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3" y="400"/>
                  </a:lnTo>
                  <a:lnTo>
                    <a:pt x="33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4393" y="1536"/>
              <a:ext cx="19" cy="42"/>
            </a:xfrm>
            <a:custGeom>
              <a:avLst/>
              <a:gdLst/>
              <a:ahLst/>
              <a:cxnLst/>
              <a:rect l="l" t="t" r="r" b="b"/>
              <a:pathLst>
                <a:path w="89" h="191" extrusionOk="0">
                  <a:moveTo>
                    <a:pt x="3" y="0"/>
                  </a:moveTo>
                  <a:lnTo>
                    <a:pt x="55" y="0"/>
                  </a:lnTo>
                  <a:lnTo>
                    <a:pt x="60" y="5"/>
                  </a:lnTo>
                  <a:lnTo>
                    <a:pt x="60" y="38"/>
                  </a:lnTo>
                  <a:lnTo>
                    <a:pt x="84" y="38"/>
                  </a:lnTo>
                  <a:lnTo>
                    <a:pt x="88" y="43"/>
                  </a:lnTo>
                  <a:lnTo>
                    <a:pt x="88" y="150"/>
                  </a:lnTo>
                  <a:lnTo>
                    <a:pt x="84" y="155"/>
                  </a:lnTo>
                  <a:lnTo>
                    <a:pt x="60" y="155"/>
                  </a:lnTo>
                  <a:lnTo>
                    <a:pt x="60" y="185"/>
                  </a:lnTo>
                  <a:lnTo>
                    <a:pt x="55" y="190"/>
                  </a:lnTo>
                  <a:lnTo>
                    <a:pt x="3" y="190"/>
                  </a:lnTo>
                  <a:lnTo>
                    <a:pt x="0" y="185"/>
                  </a:lnTo>
                  <a:lnTo>
                    <a:pt x="0" y="155"/>
                  </a:lnTo>
                  <a:lnTo>
                    <a:pt x="3" y="150"/>
                  </a:lnTo>
                  <a:lnTo>
                    <a:pt x="25" y="150"/>
                  </a:lnTo>
                  <a:lnTo>
                    <a:pt x="25" y="117"/>
                  </a:lnTo>
                  <a:lnTo>
                    <a:pt x="30" y="112"/>
                  </a:lnTo>
                  <a:lnTo>
                    <a:pt x="55" y="112"/>
                  </a:lnTo>
                  <a:lnTo>
                    <a:pt x="55" y="78"/>
                  </a:lnTo>
                  <a:lnTo>
                    <a:pt x="3" y="78"/>
                  </a:lnTo>
                  <a:lnTo>
                    <a:pt x="0" y="73"/>
                  </a:lnTo>
                  <a:lnTo>
                    <a:pt x="0" y="5"/>
                  </a:lnTo>
                  <a:lnTo>
                    <a:pt x="3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4430" y="1553"/>
              <a:ext cx="49" cy="125"/>
            </a:xfrm>
            <a:custGeom>
              <a:avLst/>
              <a:gdLst/>
              <a:ahLst/>
              <a:cxnLst/>
              <a:rect l="l" t="t" r="r" b="b"/>
              <a:pathLst>
                <a:path w="222" h="557" extrusionOk="0">
                  <a:moveTo>
                    <a:pt x="99" y="0"/>
                  </a:moveTo>
                  <a:lnTo>
                    <a:pt x="122" y="0"/>
                  </a:lnTo>
                  <a:lnTo>
                    <a:pt x="126" y="4"/>
                  </a:lnTo>
                  <a:lnTo>
                    <a:pt x="126" y="113"/>
                  </a:lnTo>
                  <a:lnTo>
                    <a:pt x="216" y="113"/>
                  </a:lnTo>
                  <a:lnTo>
                    <a:pt x="221" y="118"/>
                  </a:lnTo>
                  <a:lnTo>
                    <a:pt x="221" y="146"/>
                  </a:lnTo>
                  <a:lnTo>
                    <a:pt x="216" y="151"/>
                  </a:lnTo>
                  <a:lnTo>
                    <a:pt x="126" y="151"/>
                  </a:lnTo>
                  <a:lnTo>
                    <a:pt x="126" y="515"/>
                  </a:lnTo>
                  <a:lnTo>
                    <a:pt x="185" y="515"/>
                  </a:lnTo>
                  <a:lnTo>
                    <a:pt x="185" y="482"/>
                  </a:lnTo>
                  <a:lnTo>
                    <a:pt x="189" y="477"/>
                  </a:lnTo>
                  <a:lnTo>
                    <a:pt x="216" y="477"/>
                  </a:lnTo>
                  <a:lnTo>
                    <a:pt x="221" y="482"/>
                  </a:lnTo>
                  <a:lnTo>
                    <a:pt x="221" y="515"/>
                  </a:lnTo>
                  <a:lnTo>
                    <a:pt x="216" y="521"/>
                  </a:lnTo>
                  <a:lnTo>
                    <a:pt x="189" y="521"/>
                  </a:lnTo>
                  <a:lnTo>
                    <a:pt x="189" y="550"/>
                  </a:lnTo>
                  <a:lnTo>
                    <a:pt x="185" y="556"/>
                  </a:lnTo>
                  <a:lnTo>
                    <a:pt x="99" y="556"/>
                  </a:lnTo>
                  <a:lnTo>
                    <a:pt x="94" y="550"/>
                  </a:lnTo>
                  <a:lnTo>
                    <a:pt x="94" y="521"/>
                  </a:lnTo>
                  <a:lnTo>
                    <a:pt x="67" y="521"/>
                  </a:lnTo>
                  <a:lnTo>
                    <a:pt x="63" y="515"/>
                  </a:lnTo>
                  <a:lnTo>
                    <a:pt x="63" y="151"/>
                  </a:lnTo>
                  <a:lnTo>
                    <a:pt x="4" y="151"/>
                  </a:lnTo>
                  <a:lnTo>
                    <a:pt x="0" y="146"/>
                  </a:lnTo>
                  <a:lnTo>
                    <a:pt x="0" y="118"/>
                  </a:lnTo>
                  <a:lnTo>
                    <a:pt x="4" y="113"/>
                  </a:lnTo>
                  <a:lnTo>
                    <a:pt x="31" y="113"/>
                  </a:lnTo>
                  <a:lnTo>
                    <a:pt x="31" y="82"/>
                  </a:lnTo>
                  <a:lnTo>
                    <a:pt x="36" y="77"/>
                  </a:lnTo>
                  <a:lnTo>
                    <a:pt x="63" y="77"/>
                  </a:lnTo>
                  <a:lnTo>
                    <a:pt x="63" y="43"/>
                  </a:lnTo>
                  <a:lnTo>
                    <a:pt x="67" y="38"/>
                  </a:lnTo>
                  <a:lnTo>
                    <a:pt x="94" y="38"/>
                  </a:lnTo>
                  <a:lnTo>
                    <a:pt x="94" y="4"/>
                  </a:lnTo>
                  <a:lnTo>
                    <a:pt x="99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4531" y="1579"/>
              <a:ext cx="62" cy="99"/>
            </a:xfrm>
            <a:custGeom>
              <a:avLst/>
              <a:gdLst/>
              <a:ahLst/>
              <a:cxnLst/>
              <a:rect l="l" t="t" r="r" b="b"/>
              <a:pathLst>
                <a:path w="279" h="442" extrusionOk="0">
                  <a:moveTo>
                    <a:pt x="93" y="0"/>
                  </a:moveTo>
                  <a:lnTo>
                    <a:pt x="243" y="0"/>
                  </a:lnTo>
                  <a:lnTo>
                    <a:pt x="248" y="4"/>
                  </a:lnTo>
                  <a:lnTo>
                    <a:pt x="248" y="32"/>
                  </a:lnTo>
                  <a:lnTo>
                    <a:pt x="273" y="32"/>
                  </a:lnTo>
                  <a:lnTo>
                    <a:pt x="278" y="37"/>
                  </a:lnTo>
                  <a:lnTo>
                    <a:pt x="278" y="106"/>
                  </a:lnTo>
                  <a:lnTo>
                    <a:pt x="273" y="111"/>
                  </a:lnTo>
                  <a:lnTo>
                    <a:pt x="217" y="111"/>
                  </a:lnTo>
                  <a:lnTo>
                    <a:pt x="212" y="106"/>
                  </a:lnTo>
                  <a:lnTo>
                    <a:pt x="212" y="76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1" y="37"/>
                  </a:lnTo>
                  <a:lnTo>
                    <a:pt x="93" y="37"/>
                  </a:lnTo>
                  <a:lnTo>
                    <a:pt x="93" y="71"/>
                  </a:lnTo>
                  <a:lnTo>
                    <a:pt x="88" y="76"/>
                  </a:lnTo>
                  <a:lnTo>
                    <a:pt x="66" y="76"/>
                  </a:lnTo>
                  <a:lnTo>
                    <a:pt x="66" y="293"/>
                  </a:lnTo>
                  <a:lnTo>
                    <a:pt x="88" y="293"/>
                  </a:lnTo>
                  <a:lnTo>
                    <a:pt x="93" y="299"/>
                  </a:lnTo>
                  <a:lnTo>
                    <a:pt x="93" y="326"/>
                  </a:lnTo>
                  <a:lnTo>
                    <a:pt x="119" y="326"/>
                  </a:lnTo>
                  <a:lnTo>
                    <a:pt x="124" y="331"/>
                  </a:lnTo>
                  <a:lnTo>
                    <a:pt x="124" y="362"/>
                  </a:lnTo>
                  <a:lnTo>
                    <a:pt x="243" y="362"/>
                  </a:lnTo>
                  <a:lnTo>
                    <a:pt x="243" y="331"/>
                  </a:lnTo>
                  <a:lnTo>
                    <a:pt x="248" y="326"/>
                  </a:lnTo>
                  <a:lnTo>
                    <a:pt x="273" y="326"/>
                  </a:lnTo>
                  <a:lnTo>
                    <a:pt x="278" y="331"/>
                  </a:lnTo>
                  <a:lnTo>
                    <a:pt x="278" y="362"/>
                  </a:lnTo>
                  <a:lnTo>
                    <a:pt x="273" y="367"/>
                  </a:lnTo>
                  <a:lnTo>
                    <a:pt x="248" y="367"/>
                  </a:lnTo>
                  <a:lnTo>
                    <a:pt x="248" y="400"/>
                  </a:lnTo>
                  <a:lnTo>
                    <a:pt x="243" y="406"/>
                  </a:lnTo>
                  <a:lnTo>
                    <a:pt x="217" y="406"/>
                  </a:lnTo>
                  <a:lnTo>
                    <a:pt x="217" y="435"/>
                  </a:lnTo>
                  <a:lnTo>
                    <a:pt x="212" y="441"/>
                  </a:lnTo>
                  <a:lnTo>
                    <a:pt x="93" y="441"/>
                  </a:lnTo>
                  <a:lnTo>
                    <a:pt x="88" y="435"/>
                  </a:lnTo>
                  <a:lnTo>
                    <a:pt x="88" y="406"/>
                  </a:lnTo>
                  <a:lnTo>
                    <a:pt x="35" y="406"/>
                  </a:lnTo>
                  <a:lnTo>
                    <a:pt x="31" y="400"/>
                  </a:lnTo>
                  <a:lnTo>
                    <a:pt x="31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1" y="106"/>
                  </a:lnTo>
                  <a:lnTo>
                    <a:pt x="31" y="37"/>
                  </a:lnTo>
                  <a:lnTo>
                    <a:pt x="35" y="32"/>
                  </a:lnTo>
                  <a:lnTo>
                    <a:pt x="88" y="32"/>
                  </a:lnTo>
                  <a:lnTo>
                    <a:pt x="88" y="4"/>
                  </a:lnTo>
                  <a:lnTo>
                    <a:pt x="93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4608" y="1579"/>
              <a:ext cx="62" cy="99"/>
            </a:xfrm>
            <a:custGeom>
              <a:avLst/>
              <a:gdLst/>
              <a:ahLst/>
              <a:cxnLst/>
              <a:rect l="l" t="t" r="r" b="b"/>
              <a:pathLst>
                <a:path w="279" h="442" extrusionOk="0">
                  <a:moveTo>
                    <a:pt x="155" y="186"/>
                  </a:moveTo>
                  <a:lnTo>
                    <a:pt x="182" y="186"/>
                  </a:lnTo>
                  <a:lnTo>
                    <a:pt x="182" y="326"/>
                  </a:lnTo>
                  <a:lnTo>
                    <a:pt x="155" y="326"/>
                  </a:lnTo>
                  <a:lnTo>
                    <a:pt x="151" y="331"/>
                  </a:lnTo>
                  <a:lnTo>
                    <a:pt x="151" y="362"/>
                  </a:lnTo>
                  <a:lnTo>
                    <a:pt x="65" y="362"/>
                  </a:lnTo>
                  <a:lnTo>
                    <a:pt x="65" y="260"/>
                  </a:lnTo>
                  <a:lnTo>
                    <a:pt x="88" y="260"/>
                  </a:lnTo>
                  <a:lnTo>
                    <a:pt x="93" y="254"/>
                  </a:lnTo>
                  <a:lnTo>
                    <a:pt x="93" y="224"/>
                  </a:lnTo>
                  <a:lnTo>
                    <a:pt x="151" y="224"/>
                  </a:lnTo>
                  <a:lnTo>
                    <a:pt x="155" y="218"/>
                  </a:lnTo>
                  <a:lnTo>
                    <a:pt x="155" y="186"/>
                  </a:lnTo>
                  <a:close/>
                  <a:moveTo>
                    <a:pt x="65" y="0"/>
                  </a:moveTo>
                  <a:lnTo>
                    <a:pt x="213" y="0"/>
                  </a:lnTo>
                  <a:lnTo>
                    <a:pt x="217" y="4"/>
                  </a:lnTo>
                  <a:lnTo>
                    <a:pt x="217" y="32"/>
                  </a:lnTo>
                  <a:lnTo>
                    <a:pt x="244" y="32"/>
                  </a:lnTo>
                  <a:lnTo>
                    <a:pt x="247" y="37"/>
                  </a:lnTo>
                  <a:lnTo>
                    <a:pt x="247" y="400"/>
                  </a:lnTo>
                  <a:lnTo>
                    <a:pt x="274" y="400"/>
                  </a:lnTo>
                  <a:lnTo>
                    <a:pt x="278" y="406"/>
                  </a:lnTo>
                  <a:lnTo>
                    <a:pt x="278" y="435"/>
                  </a:lnTo>
                  <a:lnTo>
                    <a:pt x="274" y="441"/>
                  </a:lnTo>
                  <a:lnTo>
                    <a:pt x="217" y="441"/>
                  </a:lnTo>
                  <a:lnTo>
                    <a:pt x="213" y="435"/>
                  </a:lnTo>
                  <a:lnTo>
                    <a:pt x="213" y="406"/>
                  </a:lnTo>
                  <a:lnTo>
                    <a:pt x="186" y="406"/>
                  </a:lnTo>
                  <a:lnTo>
                    <a:pt x="182" y="400"/>
                  </a:lnTo>
                  <a:lnTo>
                    <a:pt x="182" y="367"/>
                  </a:lnTo>
                  <a:lnTo>
                    <a:pt x="155" y="367"/>
                  </a:lnTo>
                  <a:lnTo>
                    <a:pt x="155" y="400"/>
                  </a:lnTo>
                  <a:lnTo>
                    <a:pt x="151" y="406"/>
                  </a:lnTo>
                  <a:lnTo>
                    <a:pt x="123" y="406"/>
                  </a:lnTo>
                  <a:lnTo>
                    <a:pt x="123" y="435"/>
                  </a:lnTo>
                  <a:lnTo>
                    <a:pt x="119" y="441"/>
                  </a:lnTo>
                  <a:lnTo>
                    <a:pt x="34" y="441"/>
                  </a:lnTo>
                  <a:lnTo>
                    <a:pt x="30" y="435"/>
                  </a:lnTo>
                  <a:lnTo>
                    <a:pt x="30" y="406"/>
                  </a:lnTo>
                  <a:lnTo>
                    <a:pt x="4" y="406"/>
                  </a:lnTo>
                  <a:lnTo>
                    <a:pt x="0" y="400"/>
                  </a:lnTo>
                  <a:lnTo>
                    <a:pt x="0" y="260"/>
                  </a:lnTo>
                  <a:lnTo>
                    <a:pt x="4" y="254"/>
                  </a:lnTo>
                  <a:lnTo>
                    <a:pt x="30" y="254"/>
                  </a:lnTo>
                  <a:lnTo>
                    <a:pt x="30" y="224"/>
                  </a:lnTo>
                  <a:lnTo>
                    <a:pt x="34" y="218"/>
                  </a:lnTo>
                  <a:lnTo>
                    <a:pt x="61" y="218"/>
                  </a:lnTo>
                  <a:lnTo>
                    <a:pt x="61" y="186"/>
                  </a:lnTo>
                  <a:lnTo>
                    <a:pt x="65" y="181"/>
                  </a:lnTo>
                  <a:lnTo>
                    <a:pt x="119" y="181"/>
                  </a:lnTo>
                  <a:lnTo>
                    <a:pt x="119" y="150"/>
                  </a:lnTo>
                  <a:lnTo>
                    <a:pt x="123" y="145"/>
                  </a:lnTo>
                  <a:lnTo>
                    <a:pt x="182" y="145"/>
                  </a:lnTo>
                  <a:lnTo>
                    <a:pt x="182" y="76"/>
                  </a:lnTo>
                  <a:lnTo>
                    <a:pt x="155" y="76"/>
                  </a:lnTo>
                  <a:lnTo>
                    <a:pt x="151" y="71"/>
                  </a:lnTo>
                  <a:lnTo>
                    <a:pt x="151" y="37"/>
                  </a:lnTo>
                  <a:lnTo>
                    <a:pt x="93" y="37"/>
                  </a:lnTo>
                  <a:lnTo>
                    <a:pt x="93" y="106"/>
                  </a:lnTo>
                  <a:lnTo>
                    <a:pt x="88" y="111"/>
                  </a:lnTo>
                  <a:lnTo>
                    <a:pt x="34" y="111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4" y="32"/>
                  </a:lnTo>
                  <a:lnTo>
                    <a:pt x="61" y="32"/>
                  </a:lnTo>
                  <a:lnTo>
                    <a:pt x="61" y="4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4686" y="1579"/>
              <a:ext cx="47" cy="99"/>
            </a:xfrm>
            <a:custGeom>
              <a:avLst/>
              <a:gdLst/>
              <a:ahLst/>
              <a:cxnLst/>
              <a:rect l="l" t="t" r="r" b="b"/>
              <a:pathLst>
                <a:path w="213" h="442" extrusionOk="0">
                  <a:moveTo>
                    <a:pt x="4" y="0"/>
                  </a:moveTo>
                  <a:lnTo>
                    <a:pt x="87" y="0"/>
                  </a:lnTo>
                  <a:lnTo>
                    <a:pt x="91" y="4"/>
                  </a:lnTo>
                  <a:lnTo>
                    <a:pt x="91" y="71"/>
                  </a:lnTo>
                  <a:lnTo>
                    <a:pt x="117" y="71"/>
                  </a:lnTo>
                  <a:lnTo>
                    <a:pt x="117" y="37"/>
                  </a:lnTo>
                  <a:lnTo>
                    <a:pt x="121" y="32"/>
                  </a:lnTo>
                  <a:lnTo>
                    <a:pt x="146" y="32"/>
                  </a:lnTo>
                  <a:lnTo>
                    <a:pt x="146" y="4"/>
                  </a:lnTo>
                  <a:lnTo>
                    <a:pt x="150" y="0"/>
                  </a:lnTo>
                  <a:lnTo>
                    <a:pt x="208" y="0"/>
                  </a:lnTo>
                  <a:lnTo>
                    <a:pt x="212" y="4"/>
                  </a:lnTo>
                  <a:lnTo>
                    <a:pt x="212" y="106"/>
                  </a:lnTo>
                  <a:lnTo>
                    <a:pt x="208" y="111"/>
                  </a:lnTo>
                  <a:lnTo>
                    <a:pt x="150" y="111"/>
                  </a:lnTo>
                  <a:lnTo>
                    <a:pt x="146" y="106"/>
                  </a:lnTo>
                  <a:lnTo>
                    <a:pt x="146" y="76"/>
                  </a:lnTo>
                  <a:lnTo>
                    <a:pt x="121" y="76"/>
                  </a:lnTo>
                  <a:lnTo>
                    <a:pt x="121" y="106"/>
                  </a:lnTo>
                  <a:lnTo>
                    <a:pt x="117" y="111"/>
                  </a:lnTo>
                  <a:lnTo>
                    <a:pt x="91" y="111"/>
                  </a:lnTo>
                  <a:lnTo>
                    <a:pt x="91" y="400"/>
                  </a:lnTo>
                  <a:lnTo>
                    <a:pt x="117" y="400"/>
                  </a:lnTo>
                  <a:lnTo>
                    <a:pt x="121" y="406"/>
                  </a:lnTo>
                  <a:lnTo>
                    <a:pt x="121" y="435"/>
                  </a:lnTo>
                  <a:lnTo>
                    <a:pt x="117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0" y="400"/>
                  </a:lnTo>
                  <a:lnTo>
                    <a:pt x="30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4744" y="1579"/>
              <a:ext cx="62" cy="99"/>
            </a:xfrm>
            <a:custGeom>
              <a:avLst/>
              <a:gdLst/>
              <a:ahLst/>
              <a:cxnLst/>
              <a:rect l="l" t="t" r="r" b="b"/>
              <a:pathLst>
                <a:path w="279" h="442" extrusionOk="0">
                  <a:moveTo>
                    <a:pt x="93" y="37"/>
                  </a:moveTo>
                  <a:lnTo>
                    <a:pt x="181" y="37"/>
                  </a:lnTo>
                  <a:lnTo>
                    <a:pt x="181" y="71"/>
                  </a:lnTo>
                  <a:lnTo>
                    <a:pt x="186" y="76"/>
                  </a:lnTo>
                  <a:lnTo>
                    <a:pt x="212" y="76"/>
                  </a:lnTo>
                  <a:lnTo>
                    <a:pt x="212" y="145"/>
                  </a:lnTo>
                  <a:lnTo>
                    <a:pt x="66" y="145"/>
                  </a:lnTo>
                  <a:lnTo>
                    <a:pt x="66" y="76"/>
                  </a:lnTo>
                  <a:lnTo>
                    <a:pt x="88" y="76"/>
                  </a:lnTo>
                  <a:lnTo>
                    <a:pt x="93" y="71"/>
                  </a:lnTo>
                  <a:lnTo>
                    <a:pt x="93" y="37"/>
                  </a:lnTo>
                  <a:close/>
                  <a:moveTo>
                    <a:pt x="93" y="0"/>
                  </a:moveTo>
                  <a:lnTo>
                    <a:pt x="212" y="0"/>
                  </a:lnTo>
                  <a:lnTo>
                    <a:pt x="217" y="4"/>
                  </a:lnTo>
                  <a:lnTo>
                    <a:pt x="217" y="32"/>
                  </a:lnTo>
                  <a:lnTo>
                    <a:pt x="243" y="32"/>
                  </a:lnTo>
                  <a:lnTo>
                    <a:pt x="248" y="37"/>
                  </a:lnTo>
                  <a:lnTo>
                    <a:pt x="248" y="71"/>
                  </a:lnTo>
                  <a:lnTo>
                    <a:pt x="273" y="71"/>
                  </a:lnTo>
                  <a:lnTo>
                    <a:pt x="278" y="76"/>
                  </a:lnTo>
                  <a:lnTo>
                    <a:pt x="278" y="181"/>
                  </a:lnTo>
                  <a:lnTo>
                    <a:pt x="273" y="186"/>
                  </a:lnTo>
                  <a:lnTo>
                    <a:pt x="66" y="186"/>
                  </a:lnTo>
                  <a:lnTo>
                    <a:pt x="66" y="293"/>
                  </a:lnTo>
                  <a:lnTo>
                    <a:pt x="88" y="293"/>
                  </a:lnTo>
                  <a:lnTo>
                    <a:pt x="93" y="299"/>
                  </a:lnTo>
                  <a:lnTo>
                    <a:pt x="93" y="326"/>
                  </a:lnTo>
                  <a:lnTo>
                    <a:pt x="120" y="326"/>
                  </a:lnTo>
                  <a:lnTo>
                    <a:pt x="125" y="331"/>
                  </a:lnTo>
                  <a:lnTo>
                    <a:pt x="125" y="362"/>
                  </a:lnTo>
                  <a:lnTo>
                    <a:pt x="243" y="362"/>
                  </a:lnTo>
                  <a:lnTo>
                    <a:pt x="243" y="331"/>
                  </a:lnTo>
                  <a:lnTo>
                    <a:pt x="248" y="326"/>
                  </a:lnTo>
                  <a:lnTo>
                    <a:pt x="273" y="326"/>
                  </a:lnTo>
                  <a:lnTo>
                    <a:pt x="278" y="331"/>
                  </a:lnTo>
                  <a:lnTo>
                    <a:pt x="278" y="362"/>
                  </a:lnTo>
                  <a:lnTo>
                    <a:pt x="273" y="367"/>
                  </a:lnTo>
                  <a:lnTo>
                    <a:pt x="248" y="367"/>
                  </a:lnTo>
                  <a:lnTo>
                    <a:pt x="248" y="400"/>
                  </a:lnTo>
                  <a:lnTo>
                    <a:pt x="243" y="406"/>
                  </a:lnTo>
                  <a:lnTo>
                    <a:pt x="217" y="406"/>
                  </a:lnTo>
                  <a:lnTo>
                    <a:pt x="217" y="435"/>
                  </a:lnTo>
                  <a:lnTo>
                    <a:pt x="212" y="441"/>
                  </a:lnTo>
                  <a:lnTo>
                    <a:pt x="93" y="441"/>
                  </a:lnTo>
                  <a:lnTo>
                    <a:pt x="88" y="435"/>
                  </a:lnTo>
                  <a:lnTo>
                    <a:pt x="88" y="406"/>
                  </a:lnTo>
                  <a:lnTo>
                    <a:pt x="35" y="406"/>
                  </a:lnTo>
                  <a:lnTo>
                    <a:pt x="30" y="400"/>
                  </a:lnTo>
                  <a:lnTo>
                    <a:pt x="30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5" y="32"/>
                  </a:lnTo>
                  <a:lnTo>
                    <a:pt x="88" y="32"/>
                  </a:lnTo>
                  <a:lnTo>
                    <a:pt x="88" y="4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3" name="Google Shape;423;p32"/>
          <p:cNvGrpSpPr/>
          <p:nvPr/>
        </p:nvGrpSpPr>
        <p:grpSpPr>
          <a:xfrm>
            <a:off x="6719887" y="3192462"/>
            <a:ext cx="1760537" cy="331787"/>
            <a:chOff x="3840" y="1824"/>
            <a:chExt cx="1006" cy="190"/>
          </a:xfrm>
        </p:grpSpPr>
        <p:sp>
          <p:nvSpPr>
            <p:cNvPr id="424" name="Google Shape;424;p32"/>
            <p:cNvSpPr/>
            <p:nvPr/>
          </p:nvSpPr>
          <p:spPr>
            <a:xfrm>
              <a:off x="3840" y="1868"/>
              <a:ext cx="62" cy="103"/>
            </a:xfrm>
            <a:custGeom>
              <a:avLst/>
              <a:gdLst/>
              <a:ahLst/>
              <a:cxnLst/>
              <a:rect l="l" t="t" r="r" b="b"/>
              <a:pathLst>
                <a:path w="279" h="460" extrusionOk="0">
                  <a:moveTo>
                    <a:pt x="75" y="0"/>
                  </a:moveTo>
                  <a:lnTo>
                    <a:pt x="238" y="0"/>
                  </a:lnTo>
                  <a:lnTo>
                    <a:pt x="244" y="5"/>
                  </a:lnTo>
                  <a:lnTo>
                    <a:pt x="244" y="111"/>
                  </a:lnTo>
                  <a:lnTo>
                    <a:pt x="238" y="117"/>
                  </a:lnTo>
                  <a:lnTo>
                    <a:pt x="209" y="117"/>
                  </a:lnTo>
                  <a:lnTo>
                    <a:pt x="204" y="111"/>
                  </a:lnTo>
                  <a:lnTo>
                    <a:pt x="204" y="78"/>
                  </a:lnTo>
                  <a:lnTo>
                    <a:pt x="174" y="78"/>
                  </a:lnTo>
                  <a:lnTo>
                    <a:pt x="169" y="73"/>
                  </a:lnTo>
                  <a:lnTo>
                    <a:pt x="169" y="38"/>
                  </a:lnTo>
                  <a:lnTo>
                    <a:pt x="105" y="38"/>
                  </a:lnTo>
                  <a:lnTo>
                    <a:pt x="105" y="73"/>
                  </a:lnTo>
                  <a:lnTo>
                    <a:pt x="100" y="78"/>
                  </a:lnTo>
                  <a:lnTo>
                    <a:pt x="75" y="78"/>
                  </a:lnTo>
                  <a:lnTo>
                    <a:pt x="75" y="111"/>
                  </a:lnTo>
                  <a:lnTo>
                    <a:pt x="100" y="111"/>
                  </a:lnTo>
                  <a:lnTo>
                    <a:pt x="105" y="117"/>
                  </a:lnTo>
                  <a:lnTo>
                    <a:pt x="105" y="150"/>
                  </a:lnTo>
                  <a:lnTo>
                    <a:pt x="133" y="150"/>
                  </a:lnTo>
                  <a:lnTo>
                    <a:pt x="140" y="155"/>
                  </a:lnTo>
                  <a:lnTo>
                    <a:pt x="140" y="188"/>
                  </a:lnTo>
                  <a:lnTo>
                    <a:pt x="204" y="188"/>
                  </a:lnTo>
                  <a:lnTo>
                    <a:pt x="209" y="194"/>
                  </a:lnTo>
                  <a:lnTo>
                    <a:pt x="209" y="228"/>
                  </a:lnTo>
                  <a:lnTo>
                    <a:pt x="238" y="228"/>
                  </a:lnTo>
                  <a:lnTo>
                    <a:pt x="244" y="233"/>
                  </a:lnTo>
                  <a:lnTo>
                    <a:pt x="244" y="266"/>
                  </a:lnTo>
                  <a:lnTo>
                    <a:pt x="274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4" y="383"/>
                  </a:lnTo>
                  <a:lnTo>
                    <a:pt x="244" y="383"/>
                  </a:lnTo>
                  <a:lnTo>
                    <a:pt x="244" y="415"/>
                  </a:lnTo>
                  <a:lnTo>
                    <a:pt x="238" y="422"/>
                  </a:lnTo>
                  <a:lnTo>
                    <a:pt x="174" y="422"/>
                  </a:lnTo>
                  <a:lnTo>
                    <a:pt x="174" y="454"/>
                  </a:lnTo>
                  <a:lnTo>
                    <a:pt x="169" y="459"/>
                  </a:lnTo>
                  <a:lnTo>
                    <a:pt x="5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5" y="339"/>
                  </a:lnTo>
                  <a:lnTo>
                    <a:pt x="35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5" y="383"/>
                  </a:lnTo>
                  <a:lnTo>
                    <a:pt x="75" y="415"/>
                  </a:lnTo>
                  <a:lnTo>
                    <a:pt x="169" y="415"/>
                  </a:lnTo>
                  <a:lnTo>
                    <a:pt x="169" y="383"/>
                  </a:lnTo>
                  <a:lnTo>
                    <a:pt x="174" y="378"/>
                  </a:lnTo>
                  <a:lnTo>
                    <a:pt x="204" y="378"/>
                  </a:lnTo>
                  <a:lnTo>
                    <a:pt x="204" y="310"/>
                  </a:lnTo>
                  <a:lnTo>
                    <a:pt x="174" y="310"/>
                  </a:lnTo>
                  <a:lnTo>
                    <a:pt x="169" y="305"/>
                  </a:lnTo>
                  <a:lnTo>
                    <a:pt x="169" y="272"/>
                  </a:lnTo>
                  <a:lnTo>
                    <a:pt x="105" y="272"/>
                  </a:lnTo>
                  <a:lnTo>
                    <a:pt x="100" y="266"/>
                  </a:lnTo>
                  <a:lnTo>
                    <a:pt x="100" y="233"/>
                  </a:lnTo>
                  <a:lnTo>
                    <a:pt x="39" y="233"/>
                  </a:lnTo>
                  <a:lnTo>
                    <a:pt x="35" y="228"/>
                  </a:lnTo>
                  <a:lnTo>
                    <a:pt x="35" y="155"/>
                  </a:lnTo>
                  <a:lnTo>
                    <a:pt x="5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5" y="73"/>
                  </a:lnTo>
                  <a:lnTo>
                    <a:pt x="35" y="73"/>
                  </a:lnTo>
                  <a:lnTo>
                    <a:pt x="35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3963" y="1885"/>
              <a:ext cx="92" cy="52"/>
            </a:xfrm>
            <a:custGeom>
              <a:avLst/>
              <a:gdLst/>
              <a:ahLst/>
              <a:cxnLst/>
              <a:rect l="l" t="t" r="r" b="b"/>
              <a:pathLst>
                <a:path w="411" h="235" extrusionOk="0">
                  <a:moveTo>
                    <a:pt x="4" y="153"/>
                  </a:moveTo>
                  <a:lnTo>
                    <a:pt x="405" y="153"/>
                  </a:lnTo>
                  <a:lnTo>
                    <a:pt x="410" y="158"/>
                  </a:lnTo>
                  <a:lnTo>
                    <a:pt x="410" y="229"/>
                  </a:lnTo>
                  <a:lnTo>
                    <a:pt x="405" y="234"/>
                  </a:lnTo>
                  <a:lnTo>
                    <a:pt x="4" y="234"/>
                  </a:lnTo>
                  <a:lnTo>
                    <a:pt x="0" y="229"/>
                  </a:lnTo>
                  <a:lnTo>
                    <a:pt x="0" y="158"/>
                  </a:lnTo>
                  <a:lnTo>
                    <a:pt x="4" y="153"/>
                  </a:lnTo>
                  <a:close/>
                  <a:moveTo>
                    <a:pt x="4" y="0"/>
                  </a:moveTo>
                  <a:lnTo>
                    <a:pt x="405" y="0"/>
                  </a:lnTo>
                  <a:lnTo>
                    <a:pt x="410" y="4"/>
                  </a:lnTo>
                  <a:lnTo>
                    <a:pt x="410" y="76"/>
                  </a:lnTo>
                  <a:lnTo>
                    <a:pt x="405" y="80"/>
                  </a:lnTo>
                  <a:lnTo>
                    <a:pt x="4" y="80"/>
                  </a:lnTo>
                  <a:lnTo>
                    <a:pt x="0" y="76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>
              <a:off x="4120" y="1868"/>
              <a:ext cx="62" cy="103"/>
            </a:xfrm>
            <a:custGeom>
              <a:avLst/>
              <a:gdLst/>
              <a:ahLst/>
              <a:cxnLst/>
              <a:rect l="l" t="t" r="r" b="b"/>
              <a:pathLst>
                <a:path w="279" h="460" extrusionOk="0">
                  <a:moveTo>
                    <a:pt x="73" y="0"/>
                  </a:moveTo>
                  <a:lnTo>
                    <a:pt x="238" y="0"/>
                  </a:lnTo>
                  <a:lnTo>
                    <a:pt x="242" y="5"/>
                  </a:lnTo>
                  <a:lnTo>
                    <a:pt x="242" y="111"/>
                  </a:lnTo>
                  <a:lnTo>
                    <a:pt x="238" y="117"/>
                  </a:lnTo>
                  <a:lnTo>
                    <a:pt x="208" y="117"/>
                  </a:lnTo>
                  <a:lnTo>
                    <a:pt x="203" y="111"/>
                  </a:lnTo>
                  <a:lnTo>
                    <a:pt x="203" y="78"/>
                  </a:lnTo>
                  <a:lnTo>
                    <a:pt x="173" y="78"/>
                  </a:lnTo>
                  <a:lnTo>
                    <a:pt x="167" y="73"/>
                  </a:lnTo>
                  <a:lnTo>
                    <a:pt x="167" y="38"/>
                  </a:lnTo>
                  <a:lnTo>
                    <a:pt x="103" y="38"/>
                  </a:lnTo>
                  <a:lnTo>
                    <a:pt x="103" y="73"/>
                  </a:lnTo>
                  <a:lnTo>
                    <a:pt x="99" y="78"/>
                  </a:lnTo>
                  <a:lnTo>
                    <a:pt x="73" y="78"/>
                  </a:lnTo>
                  <a:lnTo>
                    <a:pt x="73" y="111"/>
                  </a:lnTo>
                  <a:lnTo>
                    <a:pt x="99" y="111"/>
                  </a:lnTo>
                  <a:lnTo>
                    <a:pt x="103" y="117"/>
                  </a:lnTo>
                  <a:lnTo>
                    <a:pt x="103" y="150"/>
                  </a:lnTo>
                  <a:lnTo>
                    <a:pt x="133" y="150"/>
                  </a:lnTo>
                  <a:lnTo>
                    <a:pt x="139" y="155"/>
                  </a:lnTo>
                  <a:lnTo>
                    <a:pt x="139" y="188"/>
                  </a:lnTo>
                  <a:lnTo>
                    <a:pt x="203" y="188"/>
                  </a:lnTo>
                  <a:lnTo>
                    <a:pt x="208" y="194"/>
                  </a:lnTo>
                  <a:lnTo>
                    <a:pt x="208" y="228"/>
                  </a:lnTo>
                  <a:lnTo>
                    <a:pt x="238" y="228"/>
                  </a:lnTo>
                  <a:lnTo>
                    <a:pt x="242" y="233"/>
                  </a:lnTo>
                  <a:lnTo>
                    <a:pt x="242" y="266"/>
                  </a:lnTo>
                  <a:lnTo>
                    <a:pt x="272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2" y="383"/>
                  </a:lnTo>
                  <a:lnTo>
                    <a:pt x="242" y="383"/>
                  </a:lnTo>
                  <a:lnTo>
                    <a:pt x="242" y="415"/>
                  </a:lnTo>
                  <a:lnTo>
                    <a:pt x="238" y="422"/>
                  </a:lnTo>
                  <a:lnTo>
                    <a:pt x="173" y="422"/>
                  </a:lnTo>
                  <a:lnTo>
                    <a:pt x="173" y="454"/>
                  </a:lnTo>
                  <a:lnTo>
                    <a:pt x="167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3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3" y="383"/>
                  </a:lnTo>
                  <a:lnTo>
                    <a:pt x="73" y="415"/>
                  </a:lnTo>
                  <a:lnTo>
                    <a:pt x="167" y="415"/>
                  </a:lnTo>
                  <a:lnTo>
                    <a:pt x="167" y="383"/>
                  </a:lnTo>
                  <a:lnTo>
                    <a:pt x="173" y="378"/>
                  </a:lnTo>
                  <a:lnTo>
                    <a:pt x="203" y="378"/>
                  </a:lnTo>
                  <a:lnTo>
                    <a:pt x="203" y="310"/>
                  </a:lnTo>
                  <a:lnTo>
                    <a:pt x="173" y="310"/>
                  </a:lnTo>
                  <a:lnTo>
                    <a:pt x="167" y="305"/>
                  </a:lnTo>
                  <a:lnTo>
                    <a:pt x="167" y="272"/>
                  </a:lnTo>
                  <a:lnTo>
                    <a:pt x="103" y="272"/>
                  </a:lnTo>
                  <a:lnTo>
                    <a:pt x="99" y="266"/>
                  </a:lnTo>
                  <a:lnTo>
                    <a:pt x="99" y="233"/>
                  </a:lnTo>
                  <a:lnTo>
                    <a:pt x="39" y="233"/>
                  </a:lnTo>
                  <a:lnTo>
                    <a:pt x="33" y="228"/>
                  </a:lnTo>
                  <a:lnTo>
                    <a:pt x="33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3" y="73"/>
                  </a:lnTo>
                  <a:lnTo>
                    <a:pt x="33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3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7" name="Google Shape;427;p32"/>
            <p:cNvSpPr/>
            <p:nvPr/>
          </p:nvSpPr>
          <p:spPr>
            <a:xfrm>
              <a:off x="4195" y="1868"/>
              <a:ext cx="86" cy="103"/>
            </a:xfrm>
            <a:custGeom>
              <a:avLst/>
              <a:gdLst/>
              <a:ahLst/>
              <a:cxnLst/>
              <a:rect l="l" t="t" r="r" b="b"/>
              <a:pathLst>
                <a:path w="384" h="460" extrusionOk="0">
                  <a:moveTo>
                    <a:pt x="5" y="0"/>
                  </a:moveTo>
                  <a:lnTo>
                    <a:pt x="100" y="0"/>
                  </a:lnTo>
                  <a:lnTo>
                    <a:pt x="106" y="5"/>
                  </a:lnTo>
                  <a:lnTo>
                    <a:pt x="106" y="339"/>
                  </a:lnTo>
                  <a:lnTo>
                    <a:pt x="137" y="339"/>
                  </a:lnTo>
                  <a:lnTo>
                    <a:pt x="142" y="345"/>
                  </a:lnTo>
                  <a:lnTo>
                    <a:pt x="142" y="378"/>
                  </a:lnTo>
                  <a:lnTo>
                    <a:pt x="243" y="378"/>
                  </a:lnTo>
                  <a:lnTo>
                    <a:pt x="243" y="345"/>
                  </a:lnTo>
                  <a:lnTo>
                    <a:pt x="248" y="339"/>
                  </a:lnTo>
                  <a:lnTo>
                    <a:pt x="277" y="339"/>
                  </a:lnTo>
                  <a:lnTo>
                    <a:pt x="277" y="38"/>
                  </a:lnTo>
                  <a:lnTo>
                    <a:pt x="248" y="38"/>
                  </a:lnTo>
                  <a:lnTo>
                    <a:pt x="243" y="32"/>
                  </a:lnTo>
                  <a:lnTo>
                    <a:pt x="243" y="5"/>
                  </a:lnTo>
                  <a:lnTo>
                    <a:pt x="248" y="0"/>
                  </a:lnTo>
                  <a:lnTo>
                    <a:pt x="349" y="0"/>
                  </a:lnTo>
                  <a:lnTo>
                    <a:pt x="354" y="5"/>
                  </a:lnTo>
                  <a:lnTo>
                    <a:pt x="354" y="415"/>
                  </a:lnTo>
                  <a:lnTo>
                    <a:pt x="378" y="415"/>
                  </a:lnTo>
                  <a:lnTo>
                    <a:pt x="383" y="422"/>
                  </a:lnTo>
                  <a:lnTo>
                    <a:pt x="383" y="454"/>
                  </a:lnTo>
                  <a:lnTo>
                    <a:pt x="378" y="459"/>
                  </a:lnTo>
                  <a:lnTo>
                    <a:pt x="283" y="459"/>
                  </a:lnTo>
                  <a:lnTo>
                    <a:pt x="277" y="454"/>
                  </a:lnTo>
                  <a:lnTo>
                    <a:pt x="277" y="383"/>
                  </a:lnTo>
                  <a:lnTo>
                    <a:pt x="248" y="383"/>
                  </a:lnTo>
                  <a:lnTo>
                    <a:pt x="248" y="415"/>
                  </a:lnTo>
                  <a:lnTo>
                    <a:pt x="243" y="422"/>
                  </a:lnTo>
                  <a:lnTo>
                    <a:pt x="212" y="422"/>
                  </a:lnTo>
                  <a:lnTo>
                    <a:pt x="212" y="454"/>
                  </a:lnTo>
                  <a:lnTo>
                    <a:pt x="207" y="459"/>
                  </a:lnTo>
                  <a:lnTo>
                    <a:pt x="106" y="459"/>
                  </a:lnTo>
                  <a:lnTo>
                    <a:pt x="100" y="454"/>
                  </a:lnTo>
                  <a:lnTo>
                    <a:pt x="100" y="422"/>
                  </a:lnTo>
                  <a:lnTo>
                    <a:pt x="76" y="422"/>
                  </a:lnTo>
                  <a:lnTo>
                    <a:pt x="71" y="415"/>
                  </a:lnTo>
                  <a:lnTo>
                    <a:pt x="71" y="383"/>
                  </a:lnTo>
                  <a:lnTo>
                    <a:pt x="41" y="383"/>
                  </a:lnTo>
                  <a:lnTo>
                    <a:pt x="36" y="378"/>
                  </a:lnTo>
                  <a:lnTo>
                    <a:pt x="36" y="38"/>
                  </a:lnTo>
                  <a:lnTo>
                    <a:pt x="5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4291" y="1868"/>
              <a:ext cx="75" cy="146"/>
            </a:xfrm>
            <a:custGeom>
              <a:avLst/>
              <a:gdLst/>
              <a:ahLst/>
              <a:cxnLst/>
              <a:rect l="l" t="t" r="r" b="b"/>
              <a:pathLst>
                <a:path w="336" h="650" extrusionOk="0">
                  <a:moveTo>
                    <a:pt x="135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0" y="78"/>
                  </a:lnTo>
                  <a:lnTo>
                    <a:pt x="230" y="78"/>
                  </a:lnTo>
                  <a:lnTo>
                    <a:pt x="230" y="111"/>
                  </a:lnTo>
                  <a:lnTo>
                    <a:pt x="235" y="117"/>
                  </a:lnTo>
                  <a:lnTo>
                    <a:pt x="264" y="117"/>
                  </a:lnTo>
                  <a:lnTo>
                    <a:pt x="264" y="339"/>
                  </a:lnTo>
                  <a:lnTo>
                    <a:pt x="235" y="339"/>
                  </a:lnTo>
                  <a:lnTo>
                    <a:pt x="230" y="345"/>
                  </a:lnTo>
                  <a:lnTo>
                    <a:pt x="230" y="378"/>
                  </a:lnTo>
                  <a:lnTo>
                    <a:pt x="200" y="378"/>
                  </a:lnTo>
                  <a:lnTo>
                    <a:pt x="197" y="383"/>
                  </a:lnTo>
                  <a:lnTo>
                    <a:pt x="197" y="415"/>
                  </a:lnTo>
                  <a:lnTo>
                    <a:pt x="135" y="415"/>
                  </a:lnTo>
                  <a:lnTo>
                    <a:pt x="135" y="383"/>
                  </a:lnTo>
                  <a:lnTo>
                    <a:pt x="130" y="378"/>
                  </a:lnTo>
                  <a:lnTo>
                    <a:pt x="100" y="378"/>
                  </a:lnTo>
                  <a:lnTo>
                    <a:pt x="100" y="78"/>
                  </a:lnTo>
                  <a:lnTo>
                    <a:pt x="130" y="78"/>
                  </a:lnTo>
                  <a:lnTo>
                    <a:pt x="135" y="73"/>
                  </a:lnTo>
                  <a:lnTo>
                    <a:pt x="135" y="38"/>
                  </a:lnTo>
                  <a:close/>
                  <a:moveTo>
                    <a:pt x="4" y="0"/>
                  </a:moveTo>
                  <a:lnTo>
                    <a:pt x="96" y="0"/>
                  </a:lnTo>
                  <a:lnTo>
                    <a:pt x="100" y="5"/>
                  </a:lnTo>
                  <a:lnTo>
                    <a:pt x="100" y="32"/>
                  </a:lnTo>
                  <a:lnTo>
                    <a:pt x="130" y="32"/>
                  </a:lnTo>
                  <a:lnTo>
                    <a:pt x="130" y="5"/>
                  </a:lnTo>
                  <a:lnTo>
                    <a:pt x="135" y="0"/>
                  </a:lnTo>
                  <a:lnTo>
                    <a:pt x="230" y="0"/>
                  </a:lnTo>
                  <a:lnTo>
                    <a:pt x="235" y="5"/>
                  </a:lnTo>
                  <a:lnTo>
                    <a:pt x="235" y="32"/>
                  </a:lnTo>
                  <a:lnTo>
                    <a:pt x="297" y="32"/>
                  </a:lnTo>
                  <a:lnTo>
                    <a:pt x="303" y="38"/>
                  </a:lnTo>
                  <a:lnTo>
                    <a:pt x="303" y="111"/>
                  </a:lnTo>
                  <a:lnTo>
                    <a:pt x="331" y="111"/>
                  </a:lnTo>
                  <a:lnTo>
                    <a:pt x="335" y="117"/>
                  </a:lnTo>
                  <a:lnTo>
                    <a:pt x="335" y="339"/>
                  </a:lnTo>
                  <a:lnTo>
                    <a:pt x="331" y="345"/>
                  </a:lnTo>
                  <a:lnTo>
                    <a:pt x="303" y="345"/>
                  </a:lnTo>
                  <a:lnTo>
                    <a:pt x="303" y="415"/>
                  </a:lnTo>
                  <a:lnTo>
                    <a:pt x="297" y="421"/>
                  </a:lnTo>
                  <a:lnTo>
                    <a:pt x="235" y="421"/>
                  </a:lnTo>
                  <a:lnTo>
                    <a:pt x="235" y="454"/>
                  </a:lnTo>
                  <a:lnTo>
                    <a:pt x="230" y="459"/>
                  </a:lnTo>
                  <a:lnTo>
                    <a:pt x="135" y="459"/>
                  </a:lnTo>
                  <a:lnTo>
                    <a:pt x="130" y="454"/>
                  </a:lnTo>
                  <a:lnTo>
                    <a:pt x="130" y="421"/>
                  </a:lnTo>
                  <a:lnTo>
                    <a:pt x="100" y="421"/>
                  </a:lnTo>
                  <a:lnTo>
                    <a:pt x="100" y="606"/>
                  </a:lnTo>
                  <a:lnTo>
                    <a:pt x="130" y="606"/>
                  </a:lnTo>
                  <a:lnTo>
                    <a:pt x="135" y="611"/>
                  </a:lnTo>
                  <a:lnTo>
                    <a:pt x="135" y="644"/>
                  </a:lnTo>
                  <a:lnTo>
                    <a:pt x="130" y="649"/>
                  </a:lnTo>
                  <a:lnTo>
                    <a:pt x="4" y="649"/>
                  </a:lnTo>
                  <a:lnTo>
                    <a:pt x="0" y="644"/>
                  </a:lnTo>
                  <a:lnTo>
                    <a:pt x="0" y="611"/>
                  </a:lnTo>
                  <a:lnTo>
                    <a:pt x="4" y="606"/>
                  </a:lnTo>
                  <a:lnTo>
                    <a:pt x="34" y="606"/>
                  </a:lnTo>
                  <a:lnTo>
                    <a:pt x="34" y="38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4387" y="1868"/>
              <a:ext cx="52" cy="103"/>
            </a:xfrm>
            <a:custGeom>
              <a:avLst/>
              <a:gdLst/>
              <a:ahLst/>
              <a:cxnLst/>
              <a:rect l="l" t="t" r="r" b="b"/>
              <a:pathLst>
                <a:path w="235" h="460" extrusionOk="0">
                  <a:moveTo>
                    <a:pt x="4" y="0"/>
                  </a:moveTo>
                  <a:lnTo>
                    <a:pt x="96" y="0"/>
                  </a:lnTo>
                  <a:lnTo>
                    <a:pt x="99" y="5"/>
                  </a:lnTo>
                  <a:lnTo>
                    <a:pt x="99" y="73"/>
                  </a:lnTo>
                  <a:lnTo>
                    <a:pt x="128" y="73"/>
                  </a:lnTo>
                  <a:lnTo>
                    <a:pt x="128" y="38"/>
                  </a:lnTo>
                  <a:lnTo>
                    <a:pt x="134" y="32"/>
                  </a:lnTo>
                  <a:lnTo>
                    <a:pt x="161" y="32"/>
                  </a:lnTo>
                  <a:lnTo>
                    <a:pt x="161" y="5"/>
                  </a:lnTo>
                  <a:lnTo>
                    <a:pt x="167" y="0"/>
                  </a:lnTo>
                  <a:lnTo>
                    <a:pt x="229" y="0"/>
                  </a:lnTo>
                  <a:lnTo>
                    <a:pt x="234" y="5"/>
                  </a:lnTo>
                  <a:lnTo>
                    <a:pt x="234" y="111"/>
                  </a:lnTo>
                  <a:lnTo>
                    <a:pt x="229" y="117"/>
                  </a:lnTo>
                  <a:lnTo>
                    <a:pt x="167" y="117"/>
                  </a:lnTo>
                  <a:lnTo>
                    <a:pt x="161" y="111"/>
                  </a:lnTo>
                  <a:lnTo>
                    <a:pt x="161" y="78"/>
                  </a:lnTo>
                  <a:lnTo>
                    <a:pt x="134" y="78"/>
                  </a:lnTo>
                  <a:lnTo>
                    <a:pt x="134" y="111"/>
                  </a:lnTo>
                  <a:lnTo>
                    <a:pt x="128" y="117"/>
                  </a:lnTo>
                  <a:lnTo>
                    <a:pt x="99" y="117"/>
                  </a:lnTo>
                  <a:lnTo>
                    <a:pt x="99" y="415"/>
                  </a:lnTo>
                  <a:lnTo>
                    <a:pt x="128" y="415"/>
                  </a:lnTo>
                  <a:lnTo>
                    <a:pt x="134" y="422"/>
                  </a:lnTo>
                  <a:lnTo>
                    <a:pt x="134" y="454"/>
                  </a:lnTo>
                  <a:lnTo>
                    <a:pt x="128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422"/>
                  </a:lnTo>
                  <a:lnTo>
                    <a:pt x="4" y="415"/>
                  </a:lnTo>
                  <a:lnTo>
                    <a:pt x="33" y="415"/>
                  </a:lnTo>
                  <a:lnTo>
                    <a:pt x="33" y="38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4451" y="1868"/>
              <a:ext cx="68" cy="103"/>
            </a:xfrm>
            <a:custGeom>
              <a:avLst/>
              <a:gdLst/>
              <a:ahLst/>
              <a:cxnLst/>
              <a:rect l="l" t="t" r="r" b="b"/>
              <a:pathLst>
                <a:path w="305" h="460" extrusionOk="0">
                  <a:moveTo>
                    <a:pt x="102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3" y="78"/>
                  </a:lnTo>
                  <a:lnTo>
                    <a:pt x="232" y="78"/>
                  </a:lnTo>
                  <a:lnTo>
                    <a:pt x="232" y="150"/>
                  </a:lnTo>
                  <a:lnTo>
                    <a:pt x="71" y="150"/>
                  </a:lnTo>
                  <a:lnTo>
                    <a:pt x="71" y="78"/>
                  </a:lnTo>
                  <a:lnTo>
                    <a:pt x="96" y="78"/>
                  </a:lnTo>
                  <a:lnTo>
                    <a:pt x="102" y="73"/>
                  </a:lnTo>
                  <a:lnTo>
                    <a:pt x="102" y="38"/>
                  </a:lnTo>
                  <a:close/>
                  <a:moveTo>
                    <a:pt x="102" y="0"/>
                  </a:moveTo>
                  <a:lnTo>
                    <a:pt x="232" y="0"/>
                  </a:lnTo>
                  <a:lnTo>
                    <a:pt x="236" y="5"/>
                  </a:lnTo>
                  <a:lnTo>
                    <a:pt x="236" y="32"/>
                  </a:lnTo>
                  <a:lnTo>
                    <a:pt x="266" y="32"/>
                  </a:lnTo>
                  <a:lnTo>
                    <a:pt x="271" y="38"/>
                  </a:lnTo>
                  <a:lnTo>
                    <a:pt x="271" y="73"/>
                  </a:lnTo>
                  <a:lnTo>
                    <a:pt x="300" y="73"/>
                  </a:lnTo>
                  <a:lnTo>
                    <a:pt x="304" y="78"/>
                  </a:lnTo>
                  <a:lnTo>
                    <a:pt x="304" y="188"/>
                  </a:lnTo>
                  <a:lnTo>
                    <a:pt x="300" y="194"/>
                  </a:lnTo>
                  <a:lnTo>
                    <a:pt x="71" y="194"/>
                  </a:lnTo>
                  <a:lnTo>
                    <a:pt x="71" y="305"/>
                  </a:lnTo>
                  <a:lnTo>
                    <a:pt x="96" y="305"/>
                  </a:lnTo>
                  <a:lnTo>
                    <a:pt x="102" y="310"/>
                  </a:lnTo>
                  <a:lnTo>
                    <a:pt x="102" y="339"/>
                  </a:lnTo>
                  <a:lnTo>
                    <a:pt x="131" y="339"/>
                  </a:lnTo>
                  <a:lnTo>
                    <a:pt x="135" y="345"/>
                  </a:lnTo>
                  <a:lnTo>
                    <a:pt x="135" y="378"/>
                  </a:lnTo>
                  <a:lnTo>
                    <a:pt x="266" y="378"/>
                  </a:lnTo>
                  <a:lnTo>
                    <a:pt x="266" y="345"/>
                  </a:lnTo>
                  <a:lnTo>
                    <a:pt x="271" y="339"/>
                  </a:lnTo>
                  <a:lnTo>
                    <a:pt x="300" y="339"/>
                  </a:lnTo>
                  <a:lnTo>
                    <a:pt x="304" y="345"/>
                  </a:lnTo>
                  <a:lnTo>
                    <a:pt x="304" y="378"/>
                  </a:lnTo>
                  <a:lnTo>
                    <a:pt x="300" y="383"/>
                  </a:lnTo>
                  <a:lnTo>
                    <a:pt x="271" y="383"/>
                  </a:lnTo>
                  <a:lnTo>
                    <a:pt x="271" y="415"/>
                  </a:lnTo>
                  <a:lnTo>
                    <a:pt x="266" y="422"/>
                  </a:lnTo>
                  <a:lnTo>
                    <a:pt x="236" y="422"/>
                  </a:lnTo>
                  <a:lnTo>
                    <a:pt x="236" y="454"/>
                  </a:lnTo>
                  <a:lnTo>
                    <a:pt x="232" y="459"/>
                  </a:lnTo>
                  <a:lnTo>
                    <a:pt x="102" y="459"/>
                  </a:lnTo>
                  <a:lnTo>
                    <a:pt x="96" y="454"/>
                  </a:lnTo>
                  <a:lnTo>
                    <a:pt x="96" y="422"/>
                  </a:lnTo>
                  <a:lnTo>
                    <a:pt x="38" y="422"/>
                  </a:lnTo>
                  <a:lnTo>
                    <a:pt x="32" y="415"/>
                  </a:lnTo>
                  <a:lnTo>
                    <a:pt x="32" y="345"/>
                  </a:lnTo>
                  <a:lnTo>
                    <a:pt x="4" y="345"/>
                  </a:lnTo>
                  <a:lnTo>
                    <a:pt x="0" y="339"/>
                  </a:lnTo>
                  <a:lnTo>
                    <a:pt x="0" y="117"/>
                  </a:lnTo>
                  <a:lnTo>
                    <a:pt x="4" y="111"/>
                  </a:lnTo>
                  <a:lnTo>
                    <a:pt x="32" y="111"/>
                  </a:lnTo>
                  <a:lnTo>
                    <a:pt x="32" y="38"/>
                  </a:lnTo>
                  <a:lnTo>
                    <a:pt x="38" y="32"/>
                  </a:lnTo>
                  <a:lnTo>
                    <a:pt x="96" y="32"/>
                  </a:lnTo>
                  <a:lnTo>
                    <a:pt x="96" y="5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1" name="Google Shape;431;p32"/>
            <p:cNvSpPr/>
            <p:nvPr/>
          </p:nvSpPr>
          <p:spPr>
            <a:xfrm>
              <a:off x="4536" y="1868"/>
              <a:ext cx="61" cy="103"/>
            </a:xfrm>
            <a:custGeom>
              <a:avLst/>
              <a:gdLst/>
              <a:ahLst/>
              <a:cxnLst/>
              <a:rect l="l" t="t" r="r" b="b"/>
              <a:pathLst>
                <a:path w="274" h="460" extrusionOk="0">
                  <a:moveTo>
                    <a:pt x="73" y="0"/>
                  </a:moveTo>
                  <a:lnTo>
                    <a:pt x="235" y="0"/>
                  </a:lnTo>
                  <a:lnTo>
                    <a:pt x="240" y="5"/>
                  </a:lnTo>
                  <a:lnTo>
                    <a:pt x="240" y="111"/>
                  </a:lnTo>
                  <a:lnTo>
                    <a:pt x="235" y="117"/>
                  </a:lnTo>
                  <a:lnTo>
                    <a:pt x="205" y="117"/>
                  </a:lnTo>
                  <a:lnTo>
                    <a:pt x="200" y="111"/>
                  </a:lnTo>
                  <a:lnTo>
                    <a:pt x="200" y="78"/>
                  </a:lnTo>
                  <a:lnTo>
                    <a:pt x="171" y="78"/>
                  </a:lnTo>
                  <a:lnTo>
                    <a:pt x="165" y="73"/>
                  </a:lnTo>
                  <a:lnTo>
                    <a:pt x="165" y="38"/>
                  </a:lnTo>
                  <a:lnTo>
                    <a:pt x="103" y="38"/>
                  </a:lnTo>
                  <a:lnTo>
                    <a:pt x="103" y="73"/>
                  </a:lnTo>
                  <a:lnTo>
                    <a:pt x="98" y="78"/>
                  </a:lnTo>
                  <a:lnTo>
                    <a:pt x="73" y="78"/>
                  </a:lnTo>
                  <a:lnTo>
                    <a:pt x="73" y="111"/>
                  </a:lnTo>
                  <a:lnTo>
                    <a:pt x="98" y="111"/>
                  </a:lnTo>
                  <a:lnTo>
                    <a:pt x="103" y="117"/>
                  </a:lnTo>
                  <a:lnTo>
                    <a:pt x="103" y="150"/>
                  </a:lnTo>
                  <a:lnTo>
                    <a:pt x="131" y="150"/>
                  </a:lnTo>
                  <a:lnTo>
                    <a:pt x="137" y="155"/>
                  </a:lnTo>
                  <a:lnTo>
                    <a:pt x="137" y="188"/>
                  </a:lnTo>
                  <a:lnTo>
                    <a:pt x="200" y="188"/>
                  </a:lnTo>
                  <a:lnTo>
                    <a:pt x="205" y="194"/>
                  </a:lnTo>
                  <a:lnTo>
                    <a:pt x="205" y="228"/>
                  </a:lnTo>
                  <a:lnTo>
                    <a:pt x="235" y="228"/>
                  </a:lnTo>
                  <a:lnTo>
                    <a:pt x="240" y="233"/>
                  </a:lnTo>
                  <a:lnTo>
                    <a:pt x="240" y="266"/>
                  </a:lnTo>
                  <a:lnTo>
                    <a:pt x="269" y="266"/>
                  </a:lnTo>
                  <a:lnTo>
                    <a:pt x="273" y="272"/>
                  </a:lnTo>
                  <a:lnTo>
                    <a:pt x="273" y="378"/>
                  </a:lnTo>
                  <a:lnTo>
                    <a:pt x="269" y="383"/>
                  </a:lnTo>
                  <a:lnTo>
                    <a:pt x="240" y="383"/>
                  </a:lnTo>
                  <a:lnTo>
                    <a:pt x="240" y="415"/>
                  </a:lnTo>
                  <a:lnTo>
                    <a:pt x="235" y="422"/>
                  </a:lnTo>
                  <a:lnTo>
                    <a:pt x="171" y="422"/>
                  </a:lnTo>
                  <a:lnTo>
                    <a:pt x="171" y="454"/>
                  </a:lnTo>
                  <a:lnTo>
                    <a:pt x="165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3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8" y="378"/>
                  </a:lnTo>
                  <a:lnTo>
                    <a:pt x="73" y="383"/>
                  </a:lnTo>
                  <a:lnTo>
                    <a:pt x="73" y="415"/>
                  </a:lnTo>
                  <a:lnTo>
                    <a:pt x="165" y="415"/>
                  </a:lnTo>
                  <a:lnTo>
                    <a:pt x="165" y="383"/>
                  </a:lnTo>
                  <a:lnTo>
                    <a:pt x="171" y="378"/>
                  </a:lnTo>
                  <a:lnTo>
                    <a:pt x="200" y="378"/>
                  </a:lnTo>
                  <a:lnTo>
                    <a:pt x="200" y="310"/>
                  </a:lnTo>
                  <a:lnTo>
                    <a:pt x="171" y="310"/>
                  </a:lnTo>
                  <a:lnTo>
                    <a:pt x="165" y="305"/>
                  </a:lnTo>
                  <a:lnTo>
                    <a:pt x="165" y="272"/>
                  </a:lnTo>
                  <a:lnTo>
                    <a:pt x="103" y="272"/>
                  </a:lnTo>
                  <a:lnTo>
                    <a:pt x="98" y="266"/>
                  </a:lnTo>
                  <a:lnTo>
                    <a:pt x="98" y="233"/>
                  </a:lnTo>
                  <a:lnTo>
                    <a:pt x="39" y="233"/>
                  </a:lnTo>
                  <a:lnTo>
                    <a:pt x="33" y="228"/>
                  </a:lnTo>
                  <a:lnTo>
                    <a:pt x="33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3" y="73"/>
                  </a:lnTo>
                  <a:lnTo>
                    <a:pt x="33" y="38"/>
                  </a:lnTo>
                  <a:lnTo>
                    <a:pt x="39" y="32"/>
                  </a:lnTo>
                  <a:lnTo>
                    <a:pt x="68" y="32"/>
                  </a:lnTo>
                  <a:lnTo>
                    <a:pt x="68" y="5"/>
                  </a:lnTo>
                  <a:lnTo>
                    <a:pt x="73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2" name="Google Shape;432;p32"/>
            <p:cNvSpPr/>
            <p:nvPr/>
          </p:nvSpPr>
          <p:spPr>
            <a:xfrm>
              <a:off x="4611" y="1868"/>
              <a:ext cx="62" cy="103"/>
            </a:xfrm>
            <a:custGeom>
              <a:avLst/>
              <a:gdLst/>
              <a:ahLst/>
              <a:cxnLst/>
              <a:rect l="l" t="t" r="r" b="b"/>
              <a:pathLst>
                <a:path w="279" h="460" extrusionOk="0">
                  <a:moveTo>
                    <a:pt x="75" y="0"/>
                  </a:moveTo>
                  <a:lnTo>
                    <a:pt x="238" y="0"/>
                  </a:lnTo>
                  <a:lnTo>
                    <a:pt x="243" y="5"/>
                  </a:lnTo>
                  <a:lnTo>
                    <a:pt x="243" y="111"/>
                  </a:lnTo>
                  <a:lnTo>
                    <a:pt x="238" y="117"/>
                  </a:lnTo>
                  <a:lnTo>
                    <a:pt x="209" y="117"/>
                  </a:lnTo>
                  <a:lnTo>
                    <a:pt x="203" y="111"/>
                  </a:lnTo>
                  <a:lnTo>
                    <a:pt x="203" y="78"/>
                  </a:lnTo>
                  <a:lnTo>
                    <a:pt x="174" y="78"/>
                  </a:lnTo>
                  <a:lnTo>
                    <a:pt x="169" y="73"/>
                  </a:lnTo>
                  <a:lnTo>
                    <a:pt x="169" y="38"/>
                  </a:lnTo>
                  <a:lnTo>
                    <a:pt x="105" y="38"/>
                  </a:lnTo>
                  <a:lnTo>
                    <a:pt x="105" y="73"/>
                  </a:lnTo>
                  <a:lnTo>
                    <a:pt x="99" y="78"/>
                  </a:lnTo>
                  <a:lnTo>
                    <a:pt x="75" y="78"/>
                  </a:lnTo>
                  <a:lnTo>
                    <a:pt x="75" y="111"/>
                  </a:lnTo>
                  <a:lnTo>
                    <a:pt x="99" y="111"/>
                  </a:lnTo>
                  <a:lnTo>
                    <a:pt x="105" y="117"/>
                  </a:lnTo>
                  <a:lnTo>
                    <a:pt x="105" y="150"/>
                  </a:lnTo>
                  <a:lnTo>
                    <a:pt x="133" y="150"/>
                  </a:lnTo>
                  <a:lnTo>
                    <a:pt x="139" y="155"/>
                  </a:lnTo>
                  <a:lnTo>
                    <a:pt x="139" y="188"/>
                  </a:lnTo>
                  <a:lnTo>
                    <a:pt x="203" y="188"/>
                  </a:lnTo>
                  <a:lnTo>
                    <a:pt x="209" y="194"/>
                  </a:lnTo>
                  <a:lnTo>
                    <a:pt x="209" y="228"/>
                  </a:lnTo>
                  <a:lnTo>
                    <a:pt x="238" y="228"/>
                  </a:lnTo>
                  <a:lnTo>
                    <a:pt x="243" y="233"/>
                  </a:lnTo>
                  <a:lnTo>
                    <a:pt x="243" y="266"/>
                  </a:lnTo>
                  <a:lnTo>
                    <a:pt x="272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2" y="383"/>
                  </a:lnTo>
                  <a:lnTo>
                    <a:pt x="243" y="383"/>
                  </a:lnTo>
                  <a:lnTo>
                    <a:pt x="243" y="415"/>
                  </a:lnTo>
                  <a:lnTo>
                    <a:pt x="238" y="422"/>
                  </a:lnTo>
                  <a:lnTo>
                    <a:pt x="174" y="422"/>
                  </a:lnTo>
                  <a:lnTo>
                    <a:pt x="174" y="454"/>
                  </a:lnTo>
                  <a:lnTo>
                    <a:pt x="169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5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5" y="383"/>
                  </a:lnTo>
                  <a:lnTo>
                    <a:pt x="75" y="415"/>
                  </a:lnTo>
                  <a:lnTo>
                    <a:pt x="169" y="415"/>
                  </a:lnTo>
                  <a:lnTo>
                    <a:pt x="169" y="383"/>
                  </a:lnTo>
                  <a:lnTo>
                    <a:pt x="174" y="378"/>
                  </a:lnTo>
                  <a:lnTo>
                    <a:pt x="203" y="378"/>
                  </a:lnTo>
                  <a:lnTo>
                    <a:pt x="203" y="310"/>
                  </a:lnTo>
                  <a:lnTo>
                    <a:pt x="174" y="310"/>
                  </a:lnTo>
                  <a:lnTo>
                    <a:pt x="169" y="305"/>
                  </a:lnTo>
                  <a:lnTo>
                    <a:pt x="169" y="272"/>
                  </a:lnTo>
                  <a:lnTo>
                    <a:pt x="105" y="272"/>
                  </a:lnTo>
                  <a:lnTo>
                    <a:pt x="99" y="266"/>
                  </a:lnTo>
                  <a:lnTo>
                    <a:pt x="99" y="233"/>
                  </a:lnTo>
                  <a:lnTo>
                    <a:pt x="39" y="233"/>
                  </a:lnTo>
                  <a:lnTo>
                    <a:pt x="35" y="228"/>
                  </a:lnTo>
                  <a:lnTo>
                    <a:pt x="35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5" y="73"/>
                  </a:lnTo>
                  <a:lnTo>
                    <a:pt x="35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3" name="Google Shape;433;p32"/>
            <p:cNvSpPr/>
            <p:nvPr/>
          </p:nvSpPr>
          <p:spPr>
            <a:xfrm>
              <a:off x="4686" y="1868"/>
              <a:ext cx="68" cy="103"/>
            </a:xfrm>
            <a:custGeom>
              <a:avLst/>
              <a:gdLst/>
              <a:ahLst/>
              <a:cxnLst/>
              <a:rect l="l" t="t" r="r" b="b"/>
              <a:pathLst>
                <a:path w="305" h="460" extrusionOk="0">
                  <a:moveTo>
                    <a:pt x="101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2" y="78"/>
                  </a:lnTo>
                  <a:lnTo>
                    <a:pt x="231" y="78"/>
                  </a:lnTo>
                  <a:lnTo>
                    <a:pt x="231" y="150"/>
                  </a:lnTo>
                  <a:lnTo>
                    <a:pt x="71" y="150"/>
                  </a:lnTo>
                  <a:lnTo>
                    <a:pt x="71" y="78"/>
                  </a:lnTo>
                  <a:lnTo>
                    <a:pt x="96" y="78"/>
                  </a:lnTo>
                  <a:lnTo>
                    <a:pt x="101" y="73"/>
                  </a:lnTo>
                  <a:lnTo>
                    <a:pt x="101" y="38"/>
                  </a:lnTo>
                  <a:close/>
                  <a:moveTo>
                    <a:pt x="101" y="0"/>
                  </a:moveTo>
                  <a:lnTo>
                    <a:pt x="231" y="0"/>
                  </a:lnTo>
                  <a:lnTo>
                    <a:pt x="236" y="5"/>
                  </a:lnTo>
                  <a:lnTo>
                    <a:pt x="236" y="32"/>
                  </a:lnTo>
                  <a:lnTo>
                    <a:pt x="266" y="32"/>
                  </a:lnTo>
                  <a:lnTo>
                    <a:pt x="270" y="38"/>
                  </a:lnTo>
                  <a:lnTo>
                    <a:pt x="270" y="73"/>
                  </a:lnTo>
                  <a:lnTo>
                    <a:pt x="299" y="73"/>
                  </a:lnTo>
                  <a:lnTo>
                    <a:pt x="304" y="78"/>
                  </a:lnTo>
                  <a:lnTo>
                    <a:pt x="304" y="188"/>
                  </a:lnTo>
                  <a:lnTo>
                    <a:pt x="299" y="194"/>
                  </a:lnTo>
                  <a:lnTo>
                    <a:pt x="71" y="194"/>
                  </a:lnTo>
                  <a:lnTo>
                    <a:pt x="71" y="305"/>
                  </a:lnTo>
                  <a:lnTo>
                    <a:pt x="96" y="305"/>
                  </a:lnTo>
                  <a:lnTo>
                    <a:pt x="101" y="310"/>
                  </a:lnTo>
                  <a:lnTo>
                    <a:pt x="101" y="339"/>
                  </a:lnTo>
                  <a:lnTo>
                    <a:pt x="130" y="339"/>
                  </a:lnTo>
                  <a:lnTo>
                    <a:pt x="134" y="345"/>
                  </a:lnTo>
                  <a:lnTo>
                    <a:pt x="134" y="378"/>
                  </a:lnTo>
                  <a:lnTo>
                    <a:pt x="266" y="378"/>
                  </a:lnTo>
                  <a:lnTo>
                    <a:pt x="266" y="345"/>
                  </a:lnTo>
                  <a:lnTo>
                    <a:pt x="270" y="339"/>
                  </a:lnTo>
                  <a:lnTo>
                    <a:pt x="299" y="339"/>
                  </a:lnTo>
                  <a:lnTo>
                    <a:pt x="304" y="345"/>
                  </a:lnTo>
                  <a:lnTo>
                    <a:pt x="304" y="378"/>
                  </a:lnTo>
                  <a:lnTo>
                    <a:pt x="299" y="383"/>
                  </a:lnTo>
                  <a:lnTo>
                    <a:pt x="270" y="383"/>
                  </a:lnTo>
                  <a:lnTo>
                    <a:pt x="270" y="415"/>
                  </a:lnTo>
                  <a:lnTo>
                    <a:pt x="266" y="422"/>
                  </a:lnTo>
                  <a:lnTo>
                    <a:pt x="236" y="422"/>
                  </a:lnTo>
                  <a:lnTo>
                    <a:pt x="236" y="454"/>
                  </a:lnTo>
                  <a:lnTo>
                    <a:pt x="231" y="459"/>
                  </a:lnTo>
                  <a:lnTo>
                    <a:pt x="101" y="459"/>
                  </a:lnTo>
                  <a:lnTo>
                    <a:pt x="96" y="454"/>
                  </a:lnTo>
                  <a:lnTo>
                    <a:pt x="96" y="422"/>
                  </a:lnTo>
                  <a:lnTo>
                    <a:pt x="38" y="422"/>
                  </a:lnTo>
                  <a:lnTo>
                    <a:pt x="32" y="415"/>
                  </a:lnTo>
                  <a:lnTo>
                    <a:pt x="32" y="345"/>
                  </a:lnTo>
                  <a:lnTo>
                    <a:pt x="4" y="345"/>
                  </a:lnTo>
                  <a:lnTo>
                    <a:pt x="0" y="339"/>
                  </a:lnTo>
                  <a:lnTo>
                    <a:pt x="0" y="117"/>
                  </a:lnTo>
                  <a:lnTo>
                    <a:pt x="4" y="111"/>
                  </a:lnTo>
                  <a:lnTo>
                    <a:pt x="32" y="111"/>
                  </a:lnTo>
                  <a:lnTo>
                    <a:pt x="32" y="38"/>
                  </a:lnTo>
                  <a:lnTo>
                    <a:pt x="38" y="32"/>
                  </a:lnTo>
                  <a:lnTo>
                    <a:pt x="96" y="32"/>
                  </a:lnTo>
                  <a:lnTo>
                    <a:pt x="96" y="5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4" name="Google Shape;434;p32"/>
            <p:cNvSpPr/>
            <p:nvPr/>
          </p:nvSpPr>
          <p:spPr>
            <a:xfrm>
              <a:off x="4771" y="1824"/>
              <a:ext cx="75" cy="147"/>
            </a:xfrm>
            <a:custGeom>
              <a:avLst/>
              <a:gdLst/>
              <a:ahLst/>
              <a:cxnLst/>
              <a:rect l="l" t="t" r="r" b="b"/>
              <a:pathLst>
                <a:path w="336" h="654" extrusionOk="0">
                  <a:moveTo>
                    <a:pt x="135" y="232"/>
                  </a:moveTo>
                  <a:lnTo>
                    <a:pt x="197" y="232"/>
                  </a:lnTo>
                  <a:lnTo>
                    <a:pt x="197" y="267"/>
                  </a:lnTo>
                  <a:lnTo>
                    <a:pt x="200" y="272"/>
                  </a:lnTo>
                  <a:lnTo>
                    <a:pt x="230" y="272"/>
                  </a:lnTo>
                  <a:lnTo>
                    <a:pt x="230" y="571"/>
                  </a:lnTo>
                  <a:lnTo>
                    <a:pt x="200" y="571"/>
                  </a:lnTo>
                  <a:lnTo>
                    <a:pt x="197" y="576"/>
                  </a:lnTo>
                  <a:lnTo>
                    <a:pt x="197" y="609"/>
                  </a:lnTo>
                  <a:lnTo>
                    <a:pt x="135" y="609"/>
                  </a:lnTo>
                  <a:lnTo>
                    <a:pt x="135" y="576"/>
                  </a:lnTo>
                  <a:lnTo>
                    <a:pt x="129" y="571"/>
                  </a:lnTo>
                  <a:lnTo>
                    <a:pt x="100" y="571"/>
                  </a:lnTo>
                  <a:lnTo>
                    <a:pt x="100" y="539"/>
                  </a:lnTo>
                  <a:lnTo>
                    <a:pt x="96" y="533"/>
                  </a:lnTo>
                  <a:lnTo>
                    <a:pt x="73" y="533"/>
                  </a:lnTo>
                  <a:lnTo>
                    <a:pt x="73" y="310"/>
                  </a:lnTo>
                  <a:lnTo>
                    <a:pt x="96" y="310"/>
                  </a:lnTo>
                  <a:lnTo>
                    <a:pt x="100" y="304"/>
                  </a:lnTo>
                  <a:lnTo>
                    <a:pt x="100" y="272"/>
                  </a:lnTo>
                  <a:lnTo>
                    <a:pt x="129" y="272"/>
                  </a:lnTo>
                  <a:lnTo>
                    <a:pt x="135" y="267"/>
                  </a:lnTo>
                  <a:lnTo>
                    <a:pt x="135" y="232"/>
                  </a:lnTo>
                  <a:close/>
                  <a:moveTo>
                    <a:pt x="200" y="0"/>
                  </a:moveTo>
                  <a:lnTo>
                    <a:pt x="297" y="0"/>
                  </a:lnTo>
                  <a:lnTo>
                    <a:pt x="302" y="5"/>
                  </a:lnTo>
                  <a:lnTo>
                    <a:pt x="302" y="609"/>
                  </a:lnTo>
                  <a:lnTo>
                    <a:pt x="330" y="609"/>
                  </a:lnTo>
                  <a:lnTo>
                    <a:pt x="335" y="615"/>
                  </a:lnTo>
                  <a:lnTo>
                    <a:pt x="335" y="648"/>
                  </a:lnTo>
                  <a:lnTo>
                    <a:pt x="330" y="653"/>
                  </a:lnTo>
                  <a:lnTo>
                    <a:pt x="268" y="653"/>
                  </a:lnTo>
                  <a:lnTo>
                    <a:pt x="262" y="648"/>
                  </a:lnTo>
                  <a:lnTo>
                    <a:pt x="262" y="615"/>
                  </a:lnTo>
                  <a:lnTo>
                    <a:pt x="235" y="615"/>
                  </a:lnTo>
                  <a:lnTo>
                    <a:pt x="235" y="648"/>
                  </a:lnTo>
                  <a:lnTo>
                    <a:pt x="230" y="653"/>
                  </a:lnTo>
                  <a:lnTo>
                    <a:pt x="100" y="653"/>
                  </a:lnTo>
                  <a:lnTo>
                    <a:pt x="96" y="648"/>
                  </a:lnTo>
                  <a:lnTo>
                    <a:pt x="96" y="615"/>
                  </a:lnTo>
                  <a:lnTo>
                    <a:pt x="38" y="615"/>
                  </a:lnTo>
                  <a:lnTo>
                    <a:pt x="32" y="609"/>
                  </a:lnTo>
                  <a:lnTo>
                    <a:pt x="32" y="539"/>
                  </a:lnTo>
                  <a:lnTo>
                    <a:pt x="4" y="539"/>
                  </a:lnTo>
                  <a:lnTo>
                    <a:pt x="0" y="533"/>
                  </a:lnTo>
                  <a:lnTo>
                    <a:pt x="0" y="310"/>
                  </a:lnTo>
                  <a:lnTo>
                    <a:pt x="4" y="304"/>
                  </a:lnTo>
                  <a:lnTo>
                    <a:pt x="32" y="304"/>
                  </a:lnTo>
                  <a:lnTo>
                    <a:pt x="32" y="232"/>
                  </a:lnTo>
                  <a:lnTo>
                    <a:pt x="38" y="226"/>
                  </a:lnTo>
                  <a:lnTo>
                    <a:pt x="96" y="226"/>
                  </a:lnTo>
                  <a:lnTo>
                    <a:pt x="96" y="199"/>
                  </a:lnTo>
                  <a:lnTo>
                    <a:pt x="100" y="193"/>
                  </a:lnTo>
                  <a:lnTo>
                    <a:pt x="197" y="193"/>
                  </a:lnTo>
                  <a:lnTo>
                    <a:pt x="200" y="199"/>
                  </a:lnTo>
                  <a:lnTo>
                    <a:pt x="200" y="226"/>
                  </a:lnTo>
                  <a:lnTo>
                    <a:pt x="230" y="226"/>
                  </a:lnTo>
                  <a:lnTo>
                    <a:pt x="230" y="43"/>
                  </a:lnTo>
                  <a:lnTo>
                    <a:pt x="200" y="43"/>
                  </a:lnTo>
                  <a:lnTo>
                    <a:pt x="197" y="36"/>
                  </a:lnTo>
                  <a:lnTo>
                    <a:pt x="197" y="5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35" name="Google Shape;435;p32"/>
          <p:cNvGrpSpPr/>
          <p:nvPr/>
        </p:nvGrpSpPr>
        <p:grpSpPr>
          <a:xfrm>
            <a:off x="6719887" y="4535487"/>
            <a:ext cx="1690687" cy="249237"/>
            <a:chOff x="3840" y="2592"/>
            <a:chExt cx="966" cy="142"/>
          </a:xfrm>
        </p:grpSpPr>
        <p:sp>
          <p:nvSpPr>
            <p:cNvPr id="436" name="Google Shape;436;p32"/>
            <p:cNvSpPr/>
            <p:nvPr/>
          </p:nvSpPr>
          <p:spPr>
            <a:xfrm>
              <a:off x="3840" y="2592"/>
              <a:ext cx="111" cy="110"/>
            </a:xfrm>
            <a:custGeom>
              <a:avLst/>
              <a:gdLst/>
              <a:ahLst/>
              <a:cxnLst/>
              <a:rect l="l" t="t" r="r" b="b"/>
              <a:pathLst>
                <a:path w="495" h="490" extrusionOk="0">
                  <a:moveTo>
                    <a:pt x="153" y="33"/>
                  </a:moveTo>
                  <a:lnTo>
                    <a:pt x="340" y="33"/>
                  </a:lnTo>
                  <a:lnTo>
                    <a:pt x="340" y="57"/>
                  </a:lnTo>
                  <a:lnTo>
                    <a:pt x="346" y="61"/>
                  </a:lnTo>
                  <a:lnTo>
                    <a:pt x="379" y="61"/>
                  </a:lnTo>
                  <a:lnTo>
                    <a:pt x="379" y="87"/>
                  </a:lnTo>
                  <a:lnTo>
                    <a:pt x="385" y="91"/>
                  </a:lnTo>
                  <a:lnTo>
                    <a:pt x="411" y="91"/>
                  </a:lnTo>
                  <a:lnTo>
                    <a:pt x="411" y="171"/>
                  </a:lnTo>
                  <a:lnTo>
                    <a:pt x="385" y="171"/>
                  </a:lnTo>
                  <a:lnTo>
                    <a:pt x="379" y="175"/>
                  </a:lnTo>
                  <a:lnTo>
                    <a:pt x="379" y="201"/>
                  </a:lnTo>
                  <a:lnTo>
                    <a:pt x="346" y="201"/>
                  </a:lnTo>
                  <a:lnTo>
                    <a:pt x="340" y="205"/>
                  </a:lnTo>
                  <a:lnTo>
                    <a:pt x="340" y="229"/>
                  </a:lnTo>
                  <a:lnTo>
                    <a:pt x="153" y="229"/>
                  </a:lnTo>
                  <a:lnTo>
                    <a:pt x="153" y="33"/>
                  </a:lnTo>
                  <a:close/>
                  <a:moveTo>
                    <a:pt x="5" y="0"/>
                  </a:moveTo>
                  <a:lnTo>
                    <a:pt x="379" y="0"/>
                  </a:lnTo>
                  <a:lnTo>
                    <a:pt x="385" y="4"/>
                  </a:lnTo>
                  <a:lnTo>
                    <a:pt x="385" y="29"/>
                  </a:lnTo>
                  <a:lnTo>
                    <a:pt x="449" y="29"/>
                  </a:lnTo>
                  <a:lnTo>
                    <a:pt x="454" y="33"/>
                  </a:lnTo>
                  <a:lnTo>
                    <a:pt x="454" y="87"/>
                  </a:lnTo>
                  <a:lnTo>
                    <a:pt x="489" y="87"/>
                  </a:lnTo>
                  <a:lnTo>
                    <a:pt x="494" y="91"/>
                  </a:lnTo>
                  <a:lnTo>
                    <a:pt x="494" y="171"/>
                  </a:lnTo>
                  <a:lnTo>
                    <a:pt x="489" y="175"/>
                  </a:lnTo>
                  <a:lnTo>
                    <a:pt x="454" y="175"/>
                  </a:lnTo>
                  <a:lnTo>
                    <a:pt x="454" y="229"/>
                  </a:lnTo>
                  <a:lnTo>
                    <a:pt x="449" y="233"/>
                  </a:lnTo>
                  <a:lnTo>
                    <a:pt x="385" y="233"/>
                  </a:lnTo>
                  <a:lnTo>
                    <a:pt x="385" y="259"/>
                  </a:lnTo>
                  <a:lnTo>
                    <a:pt x="379" y="263"/>
                  </a:lnTo>
                  <a:lnTo>
                    <a:pt x="153" y="263"/>
                  </a:lnTo>
                  <a:lnTo>
                    <a:pt x="153" y="457"/>
                  </a:lnTo>
                  <a:lnTo>
                    <a:pt x="225" y="457"/>
                  </a:lnTo>
                  <a:lnTo>
                    <a:pt x="230" y="461"/>
                  </a:lnTo>
                  <a:lnTo>
                    <a:pt x="230" y="485"/>
                  </a:lnTo>
                  <a:lnTo>
                    <a:pt x="225" y="489"/>
                  </a:lnTo>
                  <a:lnTo>
                    <a:pt x="5" y="489"/>
                  </a:lnTo>
                  <a:lnTo>
                    <a:pt x="0" y="485"/>
                  </a:lnTo>
                  <a:lnTo>
                    <a:pt x="0" y="461"/>
                  </a:lnTo>
                  <a:lnTo>
                    <a:pt x="5" y="457"/>
                  </a:lnTo>
                  <a:lnTo>
                    <a:pt x="77" y="457"/>
                  </a:lnTo>
                  <a:lnTo>
                    <a:pt x="77" y="33"/>
                  </a:lnTo>
                  <a:lnTo>
                    <a:pt x="5" y="33"/>
                  </a:lnTo>
                  <a:lnTo>
                    <a:pt x="0" y="29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4016" y="2638"/>
              <a:ext cx="104" cy="39"/>
            </a:xfrm>
            <a:custGeom>
              <a:avLst/>
              <a:gdLst/>
              <a:ahLst/>
              <a:cxnLst/>
              <a:rect l="l" t="t" r="r" b="b"/>
              <a:pathLst>
                <a:path w="464" h="177" extrusionOk="0">
                  <a:moveTo>
                    <a:pt x="5" y="115"/>
                  </a:moveTo>
                  <a:lnTo>
                    <a:pt x="458" y="115"/>
                  </a:lnTo>
                  <a:lnTo>
                    <a:pt x="463" y="119"/>
                  </a:lnTo>
                  <a:lnTo>
                    <a:pt x="463" y="171"/>
                  </a:lnTo>
                  <a:lnTo>
                    <a:pt x="458" y="176"/>
                  </a:lnTo>
                  <a:lnTo>
                    <a:pt x="5" y="176"/>
                  </a:lnTo>
                  <a:lnTo>
                    <a:pt x="0" y="171"/>
                  </a:lnTo>
                  <a:lnTo>
                    <a:pt x="0" y="119"/>
                  </a:lnTo>
                  <a:lnTo>
                    <a:pt x="5" y="115"/>
                  </a:lnTo>
                  <a:close/>
                  <a:moveTo>
                    <a:pt x="5" y="0"/>
                  </a:moveTo>
                  <a:lnTo>
                    <a:pt x="458" y="0"/>
                  </a:lnTo>
                  <a:lnTo>
                    <a:pt x="463" y="4"/>
                  </a:lnTo>
                  <a:lnTo>
                    <a:pt x="463" y="57"/>
                  </a:lnTo>
                  <a:lnTo>
                    <a:pt x="458" y="61"/>
                  </a:lnTo>
                  <a:lnTo>
                    <a:pt x="5" y="61"/>
                  </a:lnTo>
                  <a:lnTo>
                    <a:pt x="0" y="57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8" name="Google Shape;438;p32"/>
            <p:cNvSpPr/>
            <p:nvPr/>
          </p:nvSpPr>
          <p:spPr>
            <a:xfrm>
              <a:off x="4191" y="2625"/>
              <a:ext cx="85" cy="109"/>
            </a:xfrm>
            <a:custGeom>
              <a:avLst/>
              <a:gdLst/>
              <a:ahLst/>
              <a:cxnLst/>
              <a:rect l="l" t="t" r="r" b="b"/>
              <a:pathLst>
                <a:path w="380" h="486" extrusionOk="0">
                  <a:moveTo>
                    <a:pt x="151" y="29"/>
                  </a:moveTo>
                  <a:lnTo>
                    <a:pt x="222" y="29"/>
                  </a:lnTo>
                  <a:lnTo>
                    <a:pt x="222" y="55"/>
                  </a:lnTo>
                  <a:lnTo>
                    <a:pt x="227" y="59"/>
                  </a:lnTo>
                  <a:lnTo>
                    <a:pt x="259" y="59"/>
                  </a:lnTo>
                  <a:lnTo>
                    <a:pt x="259" y="83"/>
                  </a:lnTo>
                  <a:lnTo>
                    <a:pt x="265" y="87"/>
                  </a:lnTo>
                  <a:lnTo>
                    <a:pt x="298" y="87"/>
                  </a:lnTo>
                  <a:lnTo>
                    <a:pt x="298" y="253"/>
                  </a:lnTo>
                  <a:lnTo>
                    <a:pt x="265" y="253"/>
                  </a:lnTo>
                  <a:lnTo>
                    <a:pt x="259" y="257"/>
                  </a:lnTo>
                  <a:lnTo>
                    <a:pt x="259" y="281"/>
                  </a:lnTo>
                  <a:lnTo>
                    <a:pt x="227" y="281"/>
                  </a:lnTo>
                  <a:lnTo>
                    <a:pt x="222" y="285"/>
                  </a:lnTo>
                  <a:lnTo>
                    <a:pt x="222" y="310"/>
                  </a:lnTo>
                  <a:lnTo>
                    <a:pt x="151" y="310"/>
                  </a:lnTo>
                  <a:lnTo>
                    <a:pt x="151" y="285"/>
                  </a:lnTo>
                  <a:lnTo>
                    <a:pt x="147" y="281"/>
                  </a:lnTo>
                  <a:lnTo>
                    <a:pt x="114" y="281"/>
                  </a:lnTo>
                  <a:lnTo>
                    <a:pt x="114" y="59"/>
                  </a:lnTo>
                  <a:lnTo>
                    <a:pt x="147" y="59"/>
                  </a:lnTo>
                  <a:lnTo>
                    <a:pt x="151" y="55"/>
                  </a:lnTo>
                  <a:lnTo>
                    <a:pt x="151" y="29"/>
                  </a:lnTo>
                  <a:close/>
                  <a:moveTo>
                    <a:pt x="4" y="0"/>
                  </a:moveTo>
                  <a:lnTo>
                    <a:pt x="108" y="0"/>
                  </a:lnTo>
                  <a:lnTo>
                    <a:pt x="114" y="4"/>
                  </a:lnTo>
                  <a:lnTo>
                    <a:pt x="114" y="25"/>
                  </a:lnTo>
                  <a:lnTo>
                    <a:pt x="147" y="25"/>
                  </a:lnTo>
                  <a:lnTo>
                    <a:pt x="147" y="4"/>
                  </a:lnTo>
                  <a:lnTo>
                    <a:pt x="151" y="0"/>
                  </a:lnTo>
                  <a:lnTo>
                    <a:pt x="259" y="0"/>
                  </a:lnTo>
                  <a:lnTo>
                    <a:pt x="265" y="4"/>
                  </a:lnTo>
                  <a:lnTo>
                    <a:pt x="265" y="25"/>
                  </a:lnTo>
                  <a:lnTo>
                    <a:pt x="335" y="25"/>
                  </a:lnTo>
                  <a:lnTo>
                    <a:pt x="341" y="29"/>
                  </a:lnTo>
                  <a:lnTo>
                    <a:pt x="341" y="83"/>
                  </a:lnTo>
                  <a:lnTo>
                    <a:pt x="373" y="83"/>
                  </a:lnTo>
                  <a:lnTo>
                    <a:pt x="379" y="87"/>
                  </a:lnTo>
                  <a:lnTo>
                    <a:pt x="379" y="253"/>
                  </a:lnTo>
                  <a:lnTo>
                    <a:pt x="373" y="257"/>
                  </a:lnTo>
                  <a:lnTo>
                    <a:pt x="341" y="257"/>
                  </a:lnTo>
                  <a:lnTo>
                    <a:pt x="341" y="310"/>
                  </a:lnTo>
                  <a:lnTo>
                    <a:pt x="335" y="314"/>
                  </a:lnTo>
                  <a:lnTo>
                    <a:pt x="265" y="314"/>
                  </a:lnTo>
                  <a:lnTo>
                    <a:pt x="265" y="338"/>
                  </a:lnTo>
                  <a:lnTo>
                    <a:pt x="259" y="342"/>
                  </a:lnTo>
                  <a:lnTo>
                    <a:pt x="151" y="342"/>
                  </a:lnTo>
                  <a:lnTo>
                    <a:pt x="147" y="338"/>
                  </a:lnTo>
                  <a:lnTo>
                    <a:pt x="147" y="314"/>
                  </a:lnTo>
                  <a:lnTo>
                    <a:pt x="114" y="314"/>
                  </a:lnTo>
                  <a:lnTo>
                    <a:pt x="114" y="451"/>
                  </a:lnTo>
                  <a:lnTo>
                    <a:pt x="147" y="451"/>
                  </a:lnTo>
                  <a:lnTo>
                    <a:pt x="151" y="456"/>
                  </a:lnTo>
                  <a:lnTo>
                    <a:pt x="151" y="481"/>
                  </a:lnTo>
                  <a:lnTo>
                    <a:pt x="147" y="485"/>
                  </a:lnTo>
                  <a:lnTo>
                    <a:pt x="4" y="485"/>
                  </a:lnTo>
                  <a:lnTo>
                    <a:pt x="0" y="481"/>
                  </a:lnTo>
                  <a:lnTo>
                    <a:pt x="0" y="456"/>
                  </a:lnTo>
                  <a:lnTo>
                    <a:pt x="4" y="451"/>
                  </a:lnTo>
                  <a:lnTo>
                    <a:pt x="37" y="451"/>
                  </a:lnTo>
                  <a:lnTo>
                    <a:pt x="37" y="29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4299" y="2625"/>
              <a:ext cx="59" cy="76"/>
            </a:xfrm>
            <a:custGeom>
              <a:avLst/>
              <a:gdLst/>
              <a:ahLst/>
              <a:cxnLst/>
              <a:rect l="l" t="t" r="r" b="b"/>
              <a:pathLst>
                <a:path w="266" h="340" extrusionOk="0">
                  <a:moveTo>
                    <a:pt x="4" y="0"/>
                  </a:moveTo>
                  <a:lnTo>
                    <a:pt x="107" y="0"/>
                  </a:lnTo>
                  <a:lnTo>
                    <a:pt x="113" y="4"/>
                  </a:lnTo>
                  <a:lnTo>
                    <a:pt x="113" y="55"/>
                  </a:lnTo>
                  <a:lnTo>
                    <a:pt x="146" y="55"/>
                  </a:lnTo>
                  <a:lnTo>
                    <a:pt x="146" y="29"/>
                  </a:lnTo>
                  <a:lnTo>
                    <a:pt x="151" y="25"/>
                  </a:lnTo>
                  <a:lnTo>
                    <a:pt x="183" y="25"/>
                  </a:lnTo>
                  <a:lnTo>
                    <a:pt x="183" y="4"/>
                  </a:lnTo>
                  <a:lnTo>
                    <a:pt x="189" y="0"/>
                  </a:lnTo>
                  <a:lnTo>
                    <a:pt x="259" y="0"/>
                  </a:lnTo>
                  <a:lnTo>
                    <a:pt x="265" y="4"/>
                  </a:lnTo>
                  <a:lnTo>
                    <a:pt x="265" y="82"/>
                  </a:lnTo>
                  <a:lnTo>
                    <a:pt x="259" y="86"/>
                  </a:lnTo>
                  <a:lnTo>
                    <a:pt x="189" y="86"/>
                  </a:lnTo>
                  <a:lnTo>
                    <a:pt x="183" y="82"/>
                  </a:lnTo>
                  <a:lnTo>
                    <a:pt x="183" y="59"/>
                  </a:lnTo>
                  <a:lnTo>
                    <a:pt x="151" y="59"/>
                  </a:lnTo>
                  <a:lnTo>
                    <a:pt x="151" y="82"/>
                  </a:lnTo>
                  <a:lnTo>
                    <a:pt x="146" y="86"/>
                  </a:lnTo>
                  <a:lnTo>
                    <a:pt x="113" y="86"/>
                  </a:lnTo>
                  <a:lnTo>
                    <a:pt x="113" y="308"/>
                  </a:lnTo>
                  <a:lnTo>
                    <a:pt x="146" y="308"/>
                  </a:lnTo>
                  <a:lnTo>
                    <a:pt x="151" y="312"/>
                  </a:lnTo>
                  <a:lnTo>
                    <a:pt x="151" y="335"/>
                  </a:lnTo>
                  <a:lnTo>
                    <a:pt x="146" y="339"/>
                  </a:lnTo>
                  <a:lnTo>
                    <a:pt x="4" y="339"/>
                  </a:lnTo>
                  <a:lnTo>
                    <a:pt x="0" y="335"/>
                  </a:lnTo>
                  <a:lnTo>
                    <a:pt x="0" y="312"/>
                  </a:lnTo>
                  <a:lnTo>
                    <a:pt x="4" y="308"/>
                  </a:lnTo>
                  <a:lnTo>
                    <a:pt x="37" y="308"/>
                  </a:lnTo>
                  <a:lnTo>
                    <a:pt x="37" y="29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4371" y="2625"/>
              <a:ext cx="77" cy="76"/>
            </a:xfrm>
            <a:custGeom>
              <a:avLst/>
              <a:gdLst/>
              <a:ahLst/>
              <a:cxnLst/>
              <a:rect l="l" t="t" r="r" b="b"/>
              <a:pathLst>
                <a:path w="345" h="340" extrusionOk="0">
                  <a:moveTo>
                    <a:pt x="116" y="29"/>
                  </a:moveTo>
                  <a:lnTo>
                    <a:pt x="224" y="29"/>
                  </a:lnTo>
                  <a:lnTo>
                    <a:pt x="224" y="55"/>
                  </a:lnTo>
                  <a:lnTo>
                    <a:pt x="230" y="59"/>
                  </a:lnTo>
                  <a:lnTo>
                    <a:pt x="263" y="59"/>
                  </a:lnTo>
                  <a:lnTo>
                    <a:pt x="263" y="112"/>
                  </a:lnTo>
                  <a:lnTo>
                    <a:pt x="83" y="112"/>
                  </a:lnTo>
                  <a:lnTo>
                    <a:pt x="83" y="59"/>
                  </a:lnTo>
                  <a:lnTo>
                    <a:pt x="110" y="59"/>
                  </a:lnTo>
                  <a:lnTo>
                    <a:pt x="116" y="55"/>
                  </a:lnTo>
                  <a:lnTo>
                    <a:pt x="116" y="29"/>
                  </a:lnTo>
                  <a:close/>
                  <a:moveTo>
                    <a:pt x="116" y="0"/>
                  </a:moveTo>
                  <a:lnTo>
                    <a:pt x="263" y="0"/>
                  </a:lnTo>
                  <a:lnTo>
                    <a:pt x="269" y="4"/>
                  </a:lnTo>
                  <a:lnTo>
                    <a:pt x="269" y="25"/>
                  </a:lnTo>
                  <a:lnTo>
                    <a:pt x="301" y="25"/>
                  </a:lnTo>
                  <a:lnTo>
                    <a:pt x="307" y="29"/>
                  </a:lnTo>
                  <a:lnTo>
                    <a:pt x="307" y="55"/>
                  </a:lnTo>
                  <a:lnTo>
                    <a:pt x="339" y="55"/>
                  </a:lnTo>
                  <a:lnTo>
                    <a:pt x="344" y="59"/>
                  </a:lnTo>
                  <a:lnTo>
                    <a:pt x="344" y="138"/>
                  </a:lnTo>
                  <a:lnTo>
                    <a:pt x="339" y="143"/>
                  </a:lnTo>
                  <a:lnTo>
                    <a:pt x="83" y="143"/>
                  </a:lnTo>
                  <a:lnTo>
                    <a:pt x="83" y="225"/>
                  </a:lnTo>
                  <a:lnTo>
                    <a:pt x="110" y="225"/>
                  </a:lnTo>
                  <a:lnTo>
                    <a:pt x="116" y="230"/>
                  </a:lnTo>
                  <a:lnTo>
                    <a:pt x="116" y="251"/>
                  </a:lnTo>
                  <a:lnTo>
                    <a:pt x="148" y="251"/>
                  </a:lnTo>
                  <a:lnTo>
                    <a:pt x="155" y="255"/>
                  </a:lnTo>
                  <a:lnTo>
                    <a:pt x="155" y="278"/>
                  </a:lnTo>
                  <a:lnTo>
                    <a:pt x="301" y="278"/>
                  </a:lnTo>
                  <a:lnTo>
                    <a:pt x="301" y="255"/>
                  </a:lnTo>
                  <a:lnTo>
                    <a:pt x="307" y="251"/>
                  </a:lnTo>
                  <a:lnTo>
                    <a:pt x="339" y="251"/>
                  </a:lnTo>
                  <a:lnTo>
                    <a:pt x="344" y="255"/>
                  </a:lnTo>
                  <a:lnTo>
                    <a:pt x="344" y="278"/>
                  </a:lnTo>
                  <a:lnTo>
                    <a:pt x="339" y="282"/>
                  </a:lnTo>
                  <a:lnTo>
                    <a:pt x="307" y="282"/>
                  </a:lnTo>
                  <a:lnTo>
                    <a:pt x="307" y="308"/>
                  </a:lnTo>
                  <a:lnTo>
                    <a:pt x="301" y="312"/>
                  </a:lnTo>
                  <a:lnTo>
                    <a:pt x="269" y="312"/>
                  </a:lnTo>
                  <a:lnTo>
                    <a:pt x="269" y="335"/>
                  </a:lnTo>
                  <a:lnTo>
                    <a:pt x="263" y="339"/>
                  </a:lnTo>
                  <a:lnTo>
                    <a:pt x="116" y="339"/>
                  </a:lnTo>
                  <a:lnTo>
                    <a:pt x="110" y="335"/>
                  </a:lnTo>
                  <a:lnTo>
                    <a:pt x="110" y="312"/>
                  </a:lnTo>
                  <a:lnTo>
                    <a:pt x="44" y="312"/>
                  </a:lnTo>
                  <a:lnTo>
                    <a:pt x="38" y="308"/>
                  </a:lnTo>
                  <a:lnTo>
                    <a:pt x="38" y="255"/>
                  </a:lnTo>
                  <a:lnTo>
                    <a:pt x="5" y="255"/>
                  </a:lnTo>
                  <a:lnTo>
                    <a:pt x="0" y="251"/>
                  </a:lnTo>
                  <a:lnTo>
                    <a:pt x="0" y="86"/>
                  </a:lnTo>
                  <a:lnTo>
                    <a:pt x="5" y="82"/>
                  </a:lnTo>
                  <a:lnTo>
                    <a:pt x="38" y="82"/>
                  </a:lnTo>
                  <a:lnTo>
                    <a:pt x="38" y="29"/>
                  </a:lnTo>
                  <a:lnTo>
                    <a:pt x="44" y="25"/>
                  </a:lnTo>
                  <a:lnTo>
                    <a:pt x="110" y="25"/>
                  </a:lnTo>
                  <a:lnTo>
                    <a:pt x="110" y="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4466" y="2625"/>
              <a:ext cx="70" cy="76"/>
            </a:xfrm>
            <a:custGeom>
              <a:avLst/>
              <a:gdLst/>
              <a:ahLst/>
              <a:cxnLst/>
              <a:rect l="l" t="t" r="r" b="b"/>
              <a:pathLst>
                <a:path w="314" h="340" extrusionOk="0">
                  <a:moveTo>
                    <a:pt x="84" y="0"/>
                  </a:moveTo>
                  <a:lnTo>
                    <a:pt x="269" y="0"/>
                  </a:lnTo>
                  <a:lnTo>
                    <a:pt x="274" y="4"/>
                  </a:lnTo>
                  <a:lnTo>
                    <a:pt x="274" y="82"/>
                  </a:lnTo>
                  <a:lnTo>
                    <a:pt x="269" y="86"/>
                  </a:lnTo>
                  <a:lnTo>
                    <a:pt x="235" y="86"/>
                  </a:lnTo>
                  <a:lnTo>
                    <a:pt x="229" y="82"/>
                  </a:lnTo>
                  <a:lnTo>
                    <a:pt x="229" y="59"/>
                  </a:lnTo>
                  <a:lnTo>
                    <a:pt x="195" y="59"/>
                  </a:lnTo>
                  <a:lnTo>
                    <a:pt x="190" y="55"/>
                  </a:lnTo>
                  <a:lnTo>
                    <a:pt x="190" y="29"/>
                  </a:lnTo>
                  <a:lnTo>
                    <a:pt x="117" y="29"/>
                  </a:lnTo>
                  <a:lnTo>
                    <a:pt x="117" y="55"/>
                  </a:lnTo>
                  <a:lnTo>
                    <a:pt x="112" y="59"/>
                  </a:lnTo>
                  <a:lnTo>
                    <a:pt x="84" y="59"/>
                  </a:lnTo>
                  <a:lnTo>
                    <a:pt x="84" y="82"/>
                  </a:lnTo>
                  <a:lnTo>
                    <a:pt x="112" y="82"/>
                  </a:lnTo>
                  <a:lnTo>
                    <a:pt x="117" y="86"/>
                  </a:lnTo>
                  <a:lnTo>
                    <a:pt x="117" y="112"/>
                  </a:lnTo>
                  <a:lnTo>
                    <a:pt x="150" y="112"/>
                  </a:lnTo>
                  <a:lnTo>
                    <a:pt x="157" y="116"/>
                  </a:lnTo>
                  <a:lnTo>
                    <a:pt x="157" y="138"/>
                  </a:lnTo>
                  <a:lnTo>
                    <a:pt x="229" y="138"/>
                  </a:lnTo>
                  <a:lnTo>
                    <a:pt x="235" y="143"/>
                  </a:lnTo>
                  <a:lnTo>
                    <a:pt x="235" y="169"/>
                  </a:lnTo>
                  <a:lnTo>
                    <a:pt x="269" y="169"/>
                  </a:lnTo>
                  <a:lnTo>
                    <a:pt x="274" y="173"/>
                  </a:lnTo>
                  <a:lnTo>
                    <a:pt x="274" y="196"/>
                  </a:lnTo>
                  <a:lnTo>
                    <a:pt x="307" y="196"/>
                  </a:lnTo>
                  <a:lnTo>
                    <a:pt x="313" y="201"/>
                  </a:lnTo>
                  <a:lnTo>
                    <a:pt x="313" y="278"/>
                  </a:lnTo>
                  <a:lnTo>
                    <a:pt x="307" y="282"/>
                  </a:lnTo>
                  <a:lnTo>
                    <a:pt x="274" y="282"/>
                  </a:lnTo>
                  <a:lnTo>
                    <a:pt x="274" y="308"/>
                  </a:lnTo>
                  <a:lnTo>
                    <a:pt x="269" y="312"/>
                  </a:lnTo>
                  <a:lnTo>
                    <a:pt x="195" y="312"/>
                  </a:lnTo>
                  <a:lnTo>
                    <a:pt x="195" y="335"/>
                  </a:lnTo>
                  <a:lnTo>
                    <a:pt x="190" y="339"/>
                  </a:lnTo>
                  <a:lnTo>
                    <a:pt x="4" y="339"/>
                  </a:lnTo>
                  <a:lnTo>
                    <a:pt x="0" y="335"/>
                  </a:lnTo>
                  <a:lnTo>
                    <a:pt x="0" y="255"/>
                  </a:lnTo>
                  <a:lnTo>
                    <a:pt x="4" y="251"/>
                  </a:lnTo>
                  <a:lnTo>
                    <a:pt x="39" y="251"/>
                  </a:lnTo>
                  <a:lnTo>
                    <a:pt x="44" y="255"/>
                  </a:lnTo>
                  <a:lnTo>
                    <a:pt x="44" y="278"/>
                  </a:lnTo>
                  <a:lnTo>
                    <a:pt x="79" y="278"/>
                  </a:lnTo>
                  <a:lnTo>
                    <a:pt x="84" y="282"/>
                  </a:lnTo>
                  <a:lnTo>
                    <a:pt x="84" y="308"/>
                  </a:lnTo>
                  <a:lnTo>
                    <a:pt x="190" y="308"/>
                  </a:lnTo>
                  <a:lnTo>
                    <a:pt x="190" y="282"/>
                  </a:lnTo>
                  <a:lnTo>
                    <a:pt x="195" y="278"/>
                  </a:lnTo>
                  <a:lnTo>
                    <a:pt x="229" y="278"/>
                  </a:lnTo>
                  <a:lnTo>
                    <a:pt x="229" y="230"/>
                  </a:lnTo>
                  <a:lnTo>
                    <a:pt x="195" y="230"/>
                  </a:lnTo>
                  <a:lnTo>
                    <a:pt x="190" y="225"/>
                  </a:lnTo>
                  <a:lnTo>
                    <a:pt x="190" y="201"/>
                  </a:lnTo>
                  <a:lnTo>
                    <a:pt x="117" y="201"/>
                  </a:lnTo>
                  <a:lnTo>
                    <a:pt x="112" y="196"/>
                  </a:lnTo>
                  <a:lnTo>
                    <a:pt x="112" y="173"/>
                  </a:lnTo>
                  <a:lnTo>
                    <a:pt x="44" y="173"/>
                  </a:lnTo>
                  <a:lnTo>
                    <a:pt x="39" y="169"/>
                  </a:lnTo>
                  <a:lnTo>
                    <a:pt x="39" y="116"/>
                  </a:lnTo>
                  <a:lnTo>
                    <a:pt x="4" y="116"/>
                  </a:lnTo>
                  <a:lnTo>
                    <a:pt x="0" y="112"/>
                  </a:lnTo>
                  <a:lnTo>
                    <a:pt x="0" y="59"/>
                  </a:lnTo>
                  <a:lnTo>
                    <a:pt x="4" y="55"/>
                  </a:lnTo>
                  <a:lnTo>
                    <a:pt x="39" y="55"/>
                  </a:lnTo>
                  <a:lnTo>
                    <a:pt x="39" y="29"/>
                  </a:lnTo>
                  <a:lnTo>
                    <a:pt x="44" y="25"/>
                  </a:lnTo>
                  <a:lnTo>
                    <a:pt x="79" y="25"/>
                  </a:lnTo>
                  <a:lnTo>
                    <a:pt x="79" y="4"/>
                  </a:lnTo>
                  <a:lnTo>
                    <a:pt x="84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4551" y="2625"/>
              <a:ext cx="77" cy="76"/>
            </a:xfrm>
            <a:custGeom>
              <a:avLst/>
              <a:gdLst/>
              <a:ahLst/>
              <a:cxnLst/>
              <a:rect l="l" t="t" r="r" b="b"/>
              <a:pathLst>
                <a:path w="345" h="340" extrusionOk="0">
                  <a:moveTo>
                    <a:pt x="115" y="29"/>
                  </a:moveTo>
                  <a:lnTo>
                    <a:pt x="224" y="29"/>
                  </a:lnTo>
                  <a:lnTo>
                    <a:pt x="224" y="55"/>
                  </a:lnTo>
                  <a:lnTo>
                    <a:pt x="229" y="59"/>
                  </a:lnTo>
                  <a:lnTo>
                    <a:pt x="261" y="59"/>
                  </a:lnTo>
                  <a:lnTo>
                    <a:pt x="261" y="112"/>
                  </a:lnTo>
                  <a:lnTo>
                    <a:pt x="81" y="112"/>
                  </a:lnTo>
                  <a:lnTo>
                    <a:pt x="81" y="59"/>
                  </a:lnTo>
                  <a:lnTo>
                    <a:pt x="109" y="59"/>
                  </a:lnTo>
                  <a:lnTo>
                    <a:pt x="115" y="55"/>
                  </a:lnTo>
                  <a:lnTo>
                    <a:pt x="115" y="29"/>
                  </a:lnTo>
                  <a:close/>
                  <a:moveTo>
                    <a:pt x="115" y="0"/>
                  </a:moveTo>
                  <a:lnTo>
                    <a:pt x="261" y="0"/>
                  </a:lnTo>
                  <a:lnTo>
                    <a:pt x="267" y="4"/>
                  </a:lnTo>
                  <a:lnTo>
                    <a:pt x="267" y="25"/>
                  </a:lnTo>
                  <a:lnTo>
                    <a:pt x="300" y="25"/>
                  </a:lnTo>
                  <a:lnTo>
                    <a:pt x="306" y="29"/>
                  </a:lnTo>
                  <a:lnTo>
                    <a:pt x="306" y="55"/>
                  </a:lnTo>
                  <a:lnTo>
                    <a:pt x="338" y="55"/>
                  </a:lnTo>
                  <a:lnTo>
                    <a:pt x="344" y="59"/>
                  </a:lnTo>
                  <a:lnTo>
                    <a:pt x="344" y="138"/>
                  </a:lnTo>
                  <a:lnTo>
                    <a:pt x="338" y="143"/>
                  </a:lnTo>
                  <a:lnTo>
                    <a:pt x="81" y="143"/>
                  </a:lnTo>
                  <a:lnTo>
                    <a:pt x="81" y="225"/>
                  </a:lnTo>
                  <a:lnTo>
                    <a:pt x="109" y="225"/>
                  </a:lnTo>
                  <a:lnTo>
                    <a:pt x="115" y="230"/>
                  </a:lnTo>
                  <a:lnTo>
                    <a:pt x="115" y="251"/>
                  </a:lnTo>
                  <a:lnTo>
                    <a:pt x="147" y="251"/>
                  </a:lnTo>
                  <a:lnTo>
                    <a:pt x="153" y="255"/>
                  </a:lnTo>
                  <a:lnTo>
                    <a:pt x="153" y="278"/>
                  </a:lnTo>
                  <a:lnTo>
                    <a:pt x="300" y="278"/>
                  </a:lnTo>
                  <a:lnTo>
                    <a:pt x="300" y="255"/>
                  </a:lnTo>
                  <a:lnTo>
                    <a:pt x="306" y="251"/>
                  </a:lnTo>
                  <a:lnTo>
                    <a:pt x="338" y="251"/>
                  </a:lnTo>
                  <a:lnTo>
                    <a:pt x="344" y="255"/>
                  </a:lnTo>
                  <a:lnTo>
                    <a:pt x="344" y="278"/>
                  </a:lnTo>
                  <a:lnTo>
                    <a:pt x="338" y="282"/>
                  </a:lnTo>
                  <a:lnTo>
                    <a:pt x="306" y="282"/>
                  </a:lnTo>
                  <a:lnTo>
                    <a:pt x="306" y="308"/>
                  </a:lnTo>
                  <a:lnTo>
                    <a:pt x="300" y="312"/>
                  </a:lnTo>
                  <a:lnTo>
                    <a:pt x="267" y="312"/>
                  </a:lnTo>
                  <a:lnTo>
                    <a:pt x="267" y="335"/>
                  </a:lnTo>
                  <a:lnTo>
                    <a:pt x="261" y="339"/>
                  </a:lnTo>
                  <a:lnTo>
                    <a:pt x="115" y="339"/>
                  </a:lnTo>
                  <a:lnTo>
                    <a:pt x="109" y="335"/>
                  </a:lnTo>
                  <a:lnTo>
                    <a:pt x="109" y="312"/>
                  </a:lnTo>
                  <a:lnTo>
                    <a:pt x="42" y="312"/>
                  </a:lnTo>
                  <a:lnTo>
                    <a:pt x="36" y="308"/>
                  </a:lnTo>
                  <a:lnTo>
                    <a:pt x="36" y="255"/>
                  </a:lnTo>
                  <a:lnTo>
                    <a:pt x="4" y="255"/>
                  </a:lnTo>
                  <a:lnTo>
                    <a:pt x="0" y="251"/>
                  </a:lnTo>
                  <a:lnTo>
                    <a:pt x="0" y="86"/>
                  </a:lnTo>
                  <a:lnTo>
                    <a:pt x="4" y="82"/>
                  </a:lnTo>
                  <a:lnTo>
                    <a:pt x="36" y="82"/>
                  </a:lnTo>
                  <a:lnTo>
                    <a:pt x="36" y="29"/>
                  </a:lnTo>
                  <a:lnTo>
                    <a:pt x="42" y="25"/>
                  </a:lnTo>
                  <a:lnTo>
                    <a:pt x="109" y="25"/>
                  </a:lnTo>
                  <a:lnTo>
                    <a:pt x="109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4647" y="2625"/>
              <a:ext cx="97" cy="76"/>
            </a:xfrm>
            <a:custGeom>
              <a:avLst/>
              <a:gdLst/>
              <a:ahLst/>
              <a:cxnLst/>
              <a:rect l="l" t="t" r="r" b="b"/>
              <a:pathLst>
                <a:path w="433" h="340" extrusionOk="0">
                  <a:moveTo>
                    <a:pt x="5" y="0"/>
                  </a:moveTo>
                  <a:lnTo>
                    <a:pt x="113" y="0"/>
                  </a:lnTo>
                  <a:lnTo>
                    <a:pt x="119" y="4"/>
                  </a:lnTo>
                  <a:lnTo>
                    <a:pt x="119" y="55"/>
                  </a:lnTo>
                  <a:lnTo>
                    <a:pt x="153" y="55"/>
                  </a:lnTo>
                  <a:lnTo>
                    <a:pt x="153" y="29"/>
                  </a:lnTo>
                  <a:lnTo>
                    <a:pt x="159" y="25"/>
                  </a:lnTo>
                  <a:lnTo>
                    <a:pt x="193" y="25"/>
                  </a:lnTo>
                  <a:lnTo>
                    <a:pt x="193" y="4"/>
                  </a:lnTo>
                  <a:lnTo>
                    <a:pt x="199" y="0"/>
                  </a:lnTo>
                  <a:lnTo>
                    <a:pt x="313" y="0"/>
                  </a:lnTo>
                  <a:lnTo>
                    <a:pt x="318" y="4"/>
                  </a:lnTo>
                  <a:lnTo>
                    <a:pt x="318" y="25"/>
                  </a:lnTo>
                  <a:lnTo>
                    <a:pt x="352" y="25"/>
                  </a:lnTo>
                  <a:lnTo>
                    <a:pt x="357" y="29"/>
                  </a:lnTo>
                  <a:lnTo>
                    <a:pt x="357" y="55"/>
                  </a:lnTo>
                  <a:lnTo>
                    <a:pt x="392" y="55"/>
                  </a:lnTo>
                  <a:lnTo>
                    <a:pt x="397" y="59"/>
                  </a:lnTo>
                  <a:lnTo>
                    <a:pt x="397" y="308"/>
                  </a:lnTo>
                  <a:lnTo>
                    <a:pt x="426" y="308"/>
                  </a:lnTo>
                  <a:lnTo>
                    <a:pt x="432" y="312"/>
                  </a:lnTo>
                  <a:lnTo>
                    <a:pt x="432" y="335"/>
                  </a:lnTo>
                  <a:lnTo>
                    <a:pt x="426" y="339"/>
                  </a:lnTo>
                  <a:lnTo>
                    <a:pt x="279" y="339"/>
                  </a:lnTo>
                  <a:lnTo>
                    <a:pt x="273" y="335"/>
                  </a:lnTo>
                  <a:lnTo>
                    <a:pt x="273" y="312"/>
                  </a:lnTo>
                  <a:lnTo>
                    <a:pt x="279" y="308"/>
                  </a:lnTo>
                  <a:lnTo>
                    <a:pt x="313" y="308"/>
                  </a:lnTo>
                  <a:lnTo>
                    <a:pt x="313" y="86"/>
                  </a:lnTo>
                  <a:lnTo>
                    <a:pt x="279" y="86"/>
                  </a:lnTo>
                  <a:lnTo>
                    <a:pt x="273" y="82"/>
                  </a:lnTo>
                  <a:lnTo>
                    <a:pt x="273" y="59"/>
                  </a:lnTo>
                  <a:lnTo>
                    <a:pt x="159" y="59"/>
                  </a:lnTo>
                  <a:lnTo>
                    <a:pt x="159" y="82"/>
                  </a:lnTo>
                  <a:lnTo>
                    <a:pt x="153" y="86"/>
                  </a:lnTo>
                  <a:lnTo>
                    <a:pt x="119" y="86"/>
                  </a:lnTo>
                  <a:lnTo>
                    <a:pt x="119" y="308"/>
                  </a:lnTo>
                  <a:lnTo>
                    <a:pt x="153" y="308"/>
                  </a:lnTo>
                  <a:lnTo>
                    <a:pt x="159" y="312"/>
                  </a:lnTo>
                  <a:lnTo>
                    <a:pt x="159" y="335"/>
                  </a:lnTo>
                  <a:lnTo>
                    <a:pt x="153" y="339"/>
                  </a:lnTo>
                  <a:lnTo>
                    <a:pt x="5" y="339"/>
                  </a:lnTo>
                  <a:lnTo>
                    <a:pt x="0" y="335"/>
                  </a:lnTo>
                  <a:lnTo>
                    <a:pt x="0" y="312"/>
                  </a:lnTo>
                  <a:lnTo>
                    <a:pt x="5" y="308"/>
                  </a:lnTo>
                  <a:lnTo>
                    <a:pt x="39" y="308"/>
                  </a:lnTo>
                  <a:lnTo>
                    <a:pt x="39" y="29"/>
                  </a:lnTo>
                  <a:lnTo>
                    <a:pt x="5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4746" y="2605"/>
              <a:ext cx="60" cy="96"/>
            </a:xfrm>
            <a:custGeom>
              <a:avLst/>
              <a:gdLst/>
              <a:ahLst/>
              <a:cxnLst/>
              <a:rect l="l" t="t" r="r" b="b"/>
              <a:pathLst>
                <a:path w="270" h="429" extrusionOk="0">
                  <a:moveTo>
                    <a:pt x="120" y="0"/>
                  </a:moveTo>
                  <a:lnTo>
                    <a:pt x="148" y="0"/>
                  </a:lnTo>
                  <a:lnTo>
                    <a:pt x="153" y="4"/>
                  </a:lnTo>
                  <a:lnTo>
                    <a:pt x="153" y="87"/>
                  </a:lnTo>
                  <a:lnTo>
                    <a:pt x="263" y="87"/>
                  </a:lnTo>
                  <a:lnTo>
                    <a:pt x="269" y="91"/>
                  </a:lnTo>
                  <a:lnTo>
                    <a:pt x="269" y="112"/>
                  </a:lnTo>
                  <a:lnTo>
                    <a:pt x="263" y="116"/>
                  </a:lnTo>
                  <a:lnTo>
                    <a:pt x="153" y="116"/>
                  </a:lnTo>
                  <a:lnTo>
                    <a:pt x="153" y="397"/>
                  </a:lnTo>
                  <a:lnTo>
                    <a:pt x="224" y="397"/>
                  </a:lnTo>
                  <a:lnTo>
                    <a:pt x="224" y="371"/>
                  </a:lnTo>
                  <a:lnTo>
                    <a:pt x="230" y="367"/>
                  </a:lnTo>
                  <a:lnTo>
                    <a:pt x="263" y="367"/>
                  </a:lnTo>
                  <a:lnTo>
                    <a:pt x="269" y="371"/>
                  </a:lnTo>
                  <a:lnTo>
                    <a:pt x="269" y="397"/>
                  </a:lnTo>
                  <a:lnTo>
                    <a:pt x="263" y="401"/>
                  </a:lnTo>
                  <a:lnTo>
                    <a:pt x="230" y="401"/>
                  </a:lnTo>
                  <a:lnTo>
                    <a:pt x="230" y="424"/>
                  </a:lnTo>
                  <a:lnTo>
                    <a:pt x="224" y="428"/>
                  </a:lnTo>
                  <a:lnTo>
                    <a:pt x="120" y="428"/>
                  </a:lnTo>
                  <a:lnTo>
                    <a:pt x="115" y="424"/>
                  </a:lnTo>
                  <a:lnTo>
                    <a:pt x="115" y="401"/>
                  </a:lnTo>
                  <a:lnTo>
                    <a:pt x="81" y="401"/>
                  </a:lnTo>
                  <a:lnTo>
                    <a:pt x="77" y="397"/>
                  </a:lnTo>
                  <a:lnTo>
                    <a:pt x="77" y="116"/>
                  </a:lnTo>
                  <a:lnTo>
                    <a:pt x="5" y="116"/>
                  </a:lnTo>
                  <a:lnTo>
                    <a:pt x="0" y="112"/>
                  </a:lnTo>
                  <a:lnTo>
                    <a:pt x="0" y="91"/>
                  </a:lnTo>
                  <a:lnTo>
                    <a:pt x="5" y="87"/>
                  </a:lnTo>
                  <a:lnTo>
                    <a:pt x="38" y="87"/>
                  </a:lnTo>
                  <a:lnTo>
                    <a:pt x="38" y="63"/>
                  </a:lnTo>
                  <a:lnTo>
                    <a:pt x="44" y="59"/>
                  </a:lnTo>
                  <a:lnTo>
                    <a:pt x="77" y="59"/>
                  </a:lnTo>
                  <a:lnTo>
                    <a:pt x="77" y="33"/>
                  </a:lnTo>
                  <a:lnTo>
                    <a:pt x="81" y="29"/>
                  </a:lnTo>
                  <a:lnTo>
                    <a:pt x="115" y="29"/>
                  </a:lnTo>
                  <a:lnTo>
                    <a:pt x="115" y="4"/>
                  </a:lnTo>
                  <a:lnTo>
                    <a:pt x="120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45" name="Google Shape;445;p32"/>
          <p:cNvGrpSpPr/>
          <p:nvPr/>
        </p:nvGrpSpPr>
        <p:grpSpPr>
          <a:xfrm>
            <a:off x="6719887" y="4956175"/>
            <a:ext cx="1690687" cy="247650"/>
            <a:chOff x="3840" y="2832"/>
            <a:chExt cx="966" cy="142"/>
          </a:xfrm>
        </p:grpSpPr>
        <p:sp>
          <p:nvSpPr>
            <p:cNvPr id="446" name="Google Shape;446;p32"/>
            <p:cNvSpPr/>
            <p:nvPr/>
          </p:nvSpPr>
          <p:spPr>
            <a:xfrm>
              <a:off x="3840" y="2832"/>
              <a:ext cx="153" cy="142"/>
            </a:xfrm>
            <a:custGeom>
              <a:avLst/>
              <a:gdLst/>
              <a:ahLst/>
              <a:cxnLst/>
              <a:rect l="l" t="t" r="r" b="b"/>
              <a:pathLst>
                <a:path w="680" h="632" extrusionOk="0">
                  <a:moveTo>
                    <a:pt x="323" y="118"/>
                  </a:moveTo>
                  <a:lnTo>
                    <a:pt x="356" y="118"/>
                  </a:lnTo>
                  <a:lnTo>
                    <a:pt x="356" y="187"/>
                  </a:lnTo>
                  <a:lnTo>
                    <a:pt x="362" y="192"/>
                  </a:lnTo>
                  <a:lnTo>
                    <a:pt x="396" y="192"/>
                  </a:lnTo>
                  <a:lnTo>
                    <a:pt x="396" y="295"/>
                  </a:lnTo>
                  <a:lnTo>
                    <a:pt x="403" y="300"/>
                  </a:lnTo>
                  <a:lnTo>
                    <a:pt x="437" y="300"/>
                  </a:lnTo>
                  <a:lnTo>
                    <a:pt x="437" y="370"/>
                  </a:lnTo>
                  <a:lnTo>
                    <a:pt x="242" y="370"/>
                  </a:lnTo>
                  <a:lnTo>
                    <a:pt x="242" y="264"/>
                  </a:lnTo>
                  <a:lnTo>
                    <a:pt x="277" y="264"/>
                  </a:lnTo>
                  <a:lnTo>
                    <a:pt x="283" y="259"/>
                  </a:lnTo>
                  <a:lnTo>
                    <a:pt x="283" y="157"/>
                  </a:lnTo>
                  <a:lnTo>
                    <a:pt x="318" y="157"/>
                  </a:lnTo>
                  <a:lnTo>
                    <a:pt x="323" y="152"/>
                  </a:lnTo>
                  <a:lnTo>
                    <a:pt x="323" y="118"/>
                  </a:lnTo>
                  <a:close/>
                  <a:moveTo>
                    <a:pt x="323" y="0"/>
                  </a:moveTo>
                  <a:lnTo>
                    <a:pt x="356" y="0"/>
                  </a:lnTo>
                  <a:lnTo>
                    <a:pt x="362" y="5"/>
                  </a:lnTo>
                  <a:lnTo>
                    <a:pt x="362" y="38"/>
                  </a:lnTo>
                  <a:lnTo>
                    <a:pt x="396" y="38"/>
                  </a:lnTo>
                  <a:lnTo>
                    <a:pt x="403" y="43"/>
                  </a:lnTo>
                  <a:lnTo>
                    <a:pt x="403" y="113"/>
                  </a:lnTo>
                  <a:lnTo>
                    <a:pt x="437" y="113"/>
                  </a:lnTo>
                  <a:lnTo>
                    <a:pt x="444" y="118"/>
                  </a:lnTo>
                  <a:lnTo>
                    <a:pt x="444" y="187"/>
                  </a:lnTo>
                  <a:lnTo>
                    <a:pt x="472" y="187"/>
                  </a:lnTo>
                  <a:lnTo>
                    <a:pt x="477" y="192"/>
                  </a:lnTo>
                  <a:lnTo>
                    <a:pt x="477" y="295"/>
                  </a:lnTo>
                  <a:lnTo>
                    <a:pt x="513" y="295"/>
                  </a:lnTo>
                  <a:lnTo>
                    <a:pt x="518" y="300"/>
                  </a:lnTo>
                  <a:lnTo>
                    <a:pt x="518" y="407"/>
                  </a:lnTo>
                  <a:lnTo>
                    <a:pt x="553" y="407"/>
                  </a:lnTo>
                  <a:lnTo>
                    <a:pt x="559" y="413"/>
                  </a:lnTo>
                  <a:lnTo>
                    <a:pt x="559" y="516"/>
                  </a:lnTo>
                  <a:lnTo>
                    <a:pt x="594" y="516"/>
                  </a:lnTo>
                  <a:lnTo>
                    <a:pt x="598" y="521"/>
                  </a:lnTo>
                  <a:lnTo>
                    <a:pt x="598" y="590"/>
                  </a:lnTo>
                  <a:lnTo>
                    <a:pt x="673" y="590"/>
                  </a:lnTo>
                  <a:lnTo>
                    <a:pt x="679" y="595"/>
                  </a:lnTo>
                  <a:lnTo>
                    <a:pt x="679" y="625"/>
                  </a:lnTo>
                  <a:lnTo>
                    <a:pt x="673" y="631"/>
                  </a:lnTo>
                  <a:lnTo>
                    <a:pt x="444" y="631"/>
                  </a:lnTo>
                  <a:lnTo>
                    <a:pt x="437" y="625"/>
                  </a:lnTo>
                  <a:lnTo>
                    <a:pt x="437" y="595"/>
                  </a:lnTo>
                  <a:lnTo>
                    <a:pt x="444" y="590"/>
                  </a:lnTo>
                  <a:lnTo>
                    <a:pt x="513" y="590"/>
                  </a:lnTo>
                  <a:lnTo>
                    <a:pt x="513" y="521"/>
                  </a:lnTo>
                  <a:lnTo>
                    <a:pt x="477" y="521"/>
                  </a:lnTo>
                  <a:lnTo>
                    <a:pt x="472" y="516"/>
                  </a:lnTo>
                  <a:lnTo>
                    <a:pt x="472" y="413"/>
                  </a:lnTo>
                  <a:lnTo>
                    <a:pt x="201" y="413"/>
                  </a:lnTo>
                  <a:lnTo>
                    <a:pt x="201" y="482"/>
                  </a:lnTo>
                  <a:lnTo>
                    <a:pt x="196" y="488"/>
                  </a:lnTo>
                  <a:lnTo>
                    <a:pt x="161" y="488"/>
                  </a:lnTo>
                  <a:lnTo>
                    <a:pt x="161" y="590"/>
                  </a:lnTo>
                  <a:lnTo>
                    <a:pt x="236" y="590"/>
                  </a:lnTo>
                  <a:lnTo>
                    <a:pt x="242" y="595"/>
                  </a:lnTo>
                  <a:lnTo>
                    <a:pt x="242" y="625"/>
                  </a:lnTo>
                  <a:lnTo>
                    <a:pt x="236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80" y="590"/>
                  </a:lnTo>
                  <a:lnTo>
                    <a:pt x="80" y="557"/>
                  </a:lnTo>
                  <a:lnTo>
                    <a:pt x="86" y="552"/>
                  </a:lnTo>
                  <a:lnTo>
                    <a:pt x="120" y="552"/>
                  </a:lnTo>
                  <a:lnTo>
                    <a:pt x="120" y="449"/>
                  </a:lnTo>
                  <a:lnTo>
                    <a:pt x="127" y="443"/>
                  </a:lnTo>
                  <a:lnTo>
                    <a:pt x="155" y="443"/>
                  </a:lnTo>
                  <a:lnTo>
                    <a:pt x="155" y="339"/>
                  </a:lnTo>
                  <a:lnTo>
                    <a:pt x="161" y="334"/>
                  </a:lnTo>
                  <a:lnTo>
                    <a:pt x="196" y="334"/>
                  </a:lnTo>
                  <a:lnTo>
                    <a:pt x="196" y="225"/>
                  </a:lnTo>
                  <a:lnTo>
                    <a:pt x="201" y="220"/>
                  </a:lnTo>
                  <a:lnTo>
                    <a:pt x="236" y="220"/>
                  </a:lnTo>
                  <a:lnTo>
                    <a:pt x="236" y="157"/>
                  </a:lnTo>
                  <a:lnTo>
                    <a:pt x="242" y="152"/>
                  </a:lnTo>
                  <a:lnTo>
                    <a:pt x="277" y="152"/>
                  </a:lnTo>
                  <a:lnTo>
                    <a:pt x="277" y="43"/>
                  </a:lnTo>
                  <a:lnTo>
                    <a:pt x="283" y="38"/>
                  </a:lnTo>
                  <a:lnTo>
                    <a:pt x="318" y="38"/>
                  </a:lnTo>
                  <a:lnTo>
                    <a:pt x="318" y="5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4066" y="2891"/>
              <a:ext cx="107" cy="50"/>
            </a:xfrm>
            <a:custGeom>
              <a:avLst/>
              <a:gdLst/>
              <a:ahLst/>
              <a:cxnLst/>
              <a:rect l="l" t="t" r="r" b="b"/>
              <a:pathLst>
                <a:path w="477" h="225" extrusionOk="0">
                  <a:moveTo>
                    <a:pt x="5" y="145"/>
                  </a:moveTo>
                  <a:lnTo>
                    <a:pt x="470" y="145"/>
                  </a:lnTo>
                  <a:lnTo>
                    <a:pt x="476" y="151"/>
                  </a:lnTo>
                  <a:lnTo>
                    <a:pt x="476" y="219"/>
                  </a:lnTo>
                  <a:lnTo>
                    <a:pt x="470" y="224"/>
                  </a:lnTo>
                  <a:lnTo>
                    <a:pt x="5" y="224"/>
                  </a:lnTo>
                  <a:lnTo>
                    <a:pt x="0" y="219"/>
                  </a:lnTo>
                  <a:lnTo>
                    <a:pt x="0" y="151"/>
                  </a:lnTo>
                  <a:lnTo>
                    <a:pt x="5" y="145"/>
                  </a:lnTo>
                  <a:close/>
                  <a:moveTo>
                    <a:pt x="5" y="0"/>
                  </a:moveTo>
                  <a:lnTo>
                    <a:pt x="470" y="0"/>
                  </a:lnTo>
                  <a:lnTo>
                    <a:pt x="476" y="4"/>
                  </a:lnTo>
                  <a:lnTo>
                    <a:pt x="476" y="73"/>
                  </a:lnTo>
                  <a:lnTo>
                    <a:pt x="470" y="78"/>
                  </a:lnTo>
                  <a:lnTo>
                    <a:pt x="5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4246" y="2875"/>
              <a:ext cx="79" cy="99"/>
            </a:xfrm>
            <a:custGeom>
              <a:avLst/>
              <a:gdLst/>
              <a:ahLst/>
              <a:cxnLst/>
              <a:rect l="l" t="t" r="r" b="b"/>
              <a:pathLst>
                <a:path w="353" h="442" extrusionOk="0">
                  <a:moveTo>
                    <a:pt x="196" y="186"/>
                  </a:moveTo>
                  <a:lnTo>
                    <a:pt x="229" y="186"/>
                  </a:lnTo>
                  <a:lnTo>
                    <a:pt x="229" y="326"/>
                  </a:lnTo>
                  <a:lnTo>
                    <a:pt x="196" y="326"/>
                  </a:lnTo>
                  <a:lnTo>
                    <a:pt x="191" y="331"/>
                  </a:lnTo>
                  <a:lnTo>
                    <a:pt x="191" y="362"/>
                  </a:lnTo>
                  <a:lnTo>
                    <a:pt x="83" y="362"/>
                  </a:lnTo>
                  <a:lnTo>
                    <a:pt x="83" y="260"/>
                  </a:lnTo>
                  <a:lnTo>
                    <a:pt x="113" y="260"/>
                  </a:lnTo>
                  <a:lnTo>
                    <a:pt x="118" y="254"/>
                  </a:lnTo>
                  <a:lnTo>
                    <a:pt x="118" y="224"/>
                  </a:lnTo>
                  <a:lnTo>
                    <a:pt x="191" y="224"/>
                  </a:lnTo>
                  <a:lnTo>
                    <a:pt x="196" y="218"/>
                  </a:lnTo>
                  <a:lnTo>
                    <a:pt x="196" y="186"/>
                  </a:lnTo>
                  <a:close/>
                  <a:moveTo>
                    <a:pt x="83" y="0"/>
                  </a:moveTo>
                  <a:lnTo>
                    <a:pt x="268" y="0"/>
                  </a:lnTo>
                  <a:lnTo>
                    <a:pt x="273" y="4"/>
                  </a:lnTo>
                  <a:lnTo>
                    <a:pt x="273" y="32"/>
                  </a:lnTo>
                  <a:lnTo>
                    <a:pt x="307" y="32"/>
                  </a:lnTo>
                  <a:lnTo>
                    <a:pt x="313" y="37"/>
                  </a:lnTo>
                  <a:lnTo>
                    <a:pt x="313" y="400"/>
                  </a:lnTo>
                  <a:lnTo>
                    <a:pt x="346" y="400"/>
                  </a:lnTo>
                  <a:lnTo>
                    <a:pt x="352" y="406"/>
                  </a:lnTo>
                  <a:lnTo>
                    <a:pt x="352" y="435"/>
                  </a:lnTo>
                  <a:lnTo>
                    <a:pt x="346" y="441"/>
                  </a:lnTo>
                  <a:lnTo>
                    <a:pt x="273" y="441"/>
                  </a:lnTo>
                  <a:lnTo>
                    <a:pt x="268" y="435"/>
                  </a:lnTo>
                  <a:lnTo>
                    <a:pt x="268" y="406"/>
                  </a:lnTo>
                  <a:lnTo>
                    <a:pt x="235" y="406"/>
                  </a:lnTo>
                  <a:lnTo>
                    <a:pt x="229" y="400"/>
                  </a:lnTo>
                  <a:lnTo>
                    <a:pt x="229" y="367"/>
                  </a:lnTo>
                  <a:lnTo>
                    <a:pt x="196" y="367"/>
                  </a:lnTo>
                  <a:lnTo>
                    <a:pt x="196" y="400"/>
                  </a:lnTo>
                  <a:lnTo>
                    <a:pt x="191" y="406"/>
                  </a:lnTo>
                  <a:lnTo>
                    <a:pt x="157" y="406"/>
                  </a:lnTo>
                  <a:lnTo>
                    <a:pt x="157" y="435"/>
                  </a:lnTo>
                  <a:lnTo>
                    <a:pt x="151" y="441"/>
                  </a:lnTo>
                  <a:lnTo>
                    <a:pt x="45" y="441"/>
                  </a:lnTo>
                  <a:lnTo>
                    <a:pt x="39" y="435"/>
                  </a:lnTo>
                  <a:lnTo>
                    <a:pt x="39" y="406"/>
                  </a:lnTo>
                  <a:lnTo>
                    <a:pt x="5" y="406"/>
                  </a:lnTo>
                  <a:lnTo>
                    <a:pt x="0" y="400"/>
                  </a:lnTo>
                  <a:lnTo>
                    <a:pt x="0" y="260"/>
                  </a:lnTo>
                  <a:lnTo>
                    <a:pt x="5" y="254"/>
                  </a:lnTo>
                  <a:lnTo>
                    <a:pt x="39" y="254"/>
                  </a:lnTo>
                  <a:lnTo>
                    <a:pt x="39" y="224"/>
                  </a:lnTo>
                  <a:lnTo>
                    <a:pt x="45" y="218"/>
                  </a:lnTo>
                  <a:lnTo>
                    <a:pt x="77" y="218"/>
                  </a:lnTo>
                  <a:lnTo>
                    <a:pt x="77" y="186"/>
                  </a:lnTo>
                  <a:lnTo>
                    <a:pt x="83" y="181"/>
                  </a:lnTo>
                  <a:lnTo>
                    <a:pt x="151" y="181"/>
                  </a:lnTo>
                  <a:lnTo>
                    <a:pt x="151" y="150"/>
                  </a:lnTo>
                  <a:lnTo>
                    <a:pt x="157" y="145"/>
                  </a:lnTo>
                  <a:lnTo>
                    <a:pt x="229" y="145"/>
                  </a:lnTo>
                  <a:lnTo>
                    <a:pt x="229" y="76"/>
                  </a:lnTo>
                  <a:lnTo>
                    <a:pt x="196" y="76"/>
                  </a:lnTo>
                  <a:lnTo>
                    <a:pt x="191" y="71"/>
                  </a:lnTo>
                  <a:lnTo>
                    <a:pt x="191" y="37"/>
                  </a:lnTo>
                  <a:lnTo>
                    <a:pt x="118" y="37"/>
                  </a:lnTo>
                  <a:lnTo>
                    <a:pt x="118" y="106"/>
                  </a:lnTo>
                  <a:lnTo>
                    <a:pt x="113" y="111"/>
                  </a:lnTo>
                  <a:lnTo>
                    <a:pt x="45" y="111"/>
                  </a:lnTo>
                  <a:lnTo>
                    <a:pt x="39" y="106"/>
                  </a:lnTo>
                  <a:lnTo>
                    <a:pt x="39" y="37"/>
                  </a:lnTo>
                  <a:lnTo>
                    <a:pt x="45" y="32"/>
                  </a:lnTo>
                  <a:lnTo>
                    <a:pt x="77" y="32"/>
                  </a:lnTo>
                  <a:lnTo>
                    <a:pt x="77" y="4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4345" y="2832"/>
              <a:ext cx="87" cy="142"/>
            </a:xfrm>
            <a:custGeom>
              <a:avLst/>
              <a:gdLst/>
              <a:ahLst/>
              <a:cxnLst/>
              <a:rect l="l" t="t" r="r" b="b"/>
              <a:pathLst>
                <a:path w="389" h="632" extrusionOk="0">
                  <a:moveTo>
                    <a:pt x="155" y="225"/>
                  </a:moveTo>
                  <a:lnTo>
                    <a:pt x="227" y="225"/>
                  </a:lnTo>
                  <a:lnTo>
                    <a:pt x="227" y="259"/>
                  </a:lnTo>
                  <a:lnTo>
                    <a:pt x="232" y="264"/>
                  </a:lnTo>
                  <a:lnTo>
                    <a:pt x="266" y="264"/>
                  </a:lnTo>
                  <a:lnTo>
                    <a:pt x="266" y="295"/>
                  </a:lnTo>
                  <a:lnTo>
                    <a:pt x="270" y="300"/>
                  </a:lnTo>
                  <a:lnTo>
                    <a:pt x="304" y="300"/>
                  </a:lnTo>
                  <a:lnTo>
                    <a:pt x="304" y="516"/>
                  </a:lnTo>
                  <a:lnTo>
                    <a:pt x="270" y="516"/>
                  </a:lnTo>
                  <a:lnTo>
                    <a:pt x="266" y="521"/>
                  </a:lnTo>
                  <a:lnTo>
                    <a:pt x="266" y="552"/>
                  </a:lnTo>
                  <a:lnTo>
                    <a:pt x="232" y="552"/>
                  </a:lnTo>
                  <a:lnTo>
                    <a:pt x="227" y="557"/>
                  </a:lnTo>
                  <a:lnTo>
                    <a:pt x="227" y="590"/>
                  </a:lnTo>
                  <a:lnTo>
                    <a:pt x="155" y="590"/>
                  </a:lnTo>
                  <a:lnTo>
                    <a:pt x="155" y="557"/>
                  </a:lnTo>
                  <a:lnTo>
                    <a:pt x="149" y="552"/>
                  </a:lnTo>
                  <a:lnTo>
                    <a:pt x="116" y="552"/>
                  </a:lnTo>
                  <a:lnTo>
                    <a:pt x="116" y="264"/>
                  </a:lnTo>
                  <a:lnTo>
                    <a:pt x="149" y="264"/>
                  </a:lnTo>
                  <a:lnTo>
                    <a:pt x="155" y="259"/>
                  </a:lnTo>
                  <a:lnTo>
                    <a:pt x="155" y="225"/>
                  </a:lnTo>
                  <a:close/>
                  <a:moveTo>
                    <a:pt x="4" y="0"/>
                  </a:moveTo>
                  <a:lnTo>
                    <a:pt x="109" y="0"/>
                  </a:lnTo>
                  <a:lnTo>
                    <a:pt x="116" y="5"/>
                  </a:lnTo>
                  <a:lnTo>
                    <a:pt x="116" y="220"/>
                  </a:lnTo>
                  <a:lnTo>
                    <a:pt x="149" y="220"/>
                  </a:lnTo>
                  <a:lnTo>
                    <a:pt x="149" y="192"/>
                  </a:lnTo>
                  <a:lnTo>
                    <a:pt x="155" y="187"/>
                  </a:lnTo>
                  <a:lnTo>
                    <a:pt x="266" y="187"/>
                  </a:lnTo>
                  <a:lnTo>
                    <a:pt x="270" y="192"/>
                  </a:lnTo>
                  <a:lnTo>
                    <a:pt x="270" y="220"/>
                  </a:lnTo>
                  <a:lnTo>
                    <a:pt x="344" y="220"/>
                  </a:lnTo>
                  <a:lnTo>
                    <a:pt x="349" y="225"/>
                  </a:lnTo>
                  <a:lnTo>
                    <a:pt x="349" y="295"/>
                  </a:lnTo>
                  <a:lnTo>
                    <a:pt x="382" y="295"/>
                  </a:lnTo>
                  <a:lnTo>
                    <a:pt x="388" y="300"/>
                  </a:lnTo>
                  <a:lnTo>
                    <a:pt x="388" y="516"/>
                  </a:lnTo>
                  <a:lnTo>
                    <a:pt x="382" y="521"/>
                  </a:lnTo>
                  <a:lnTo>
                    <a:pt x="349" y="521"/>
                  </a:lnTo>
                  <a:lnTo>
                    <a:pt x="349" y="590"/>
                  </a:lnTo>
                  <a:lnTo>
                    <a:pt x="344" y="595"/>
                  </a:lnTo>
                  <a:lnTo>
                    <a:pt x="270" y="595"/>
                  </a:lnTo>
                  <a:lnTo>
                    <a:pt x="270" y="625"/>
                  </a:lnTo>
                  <a:lnTo>
                    <a:pt x="266" y="631"/>
                  </a:lnTo>
                  <a:lnTo>
                    <a:pt x="116" y="631"/>
                  </a:lnTo>
                  <a:lnTo>
                    <a:pt x="109" y="625"/>
                  </a:lnTo>
                  <a:lnTo>
                    <a:pt x="109" y="595"/>
                  </a:lnTo>
                  <a:lnTo>
                    <a:pt x="83" y="595"/>
                  </a:lnTo>
                  <a:lnTo>
                    <a:pt x="83" y="625"/>
                  </a:lnTo>
                  <a:lnTo>
                    <a:pt x="78" y="631"/>
                  </a:lnTo>
                  <a:lnTo>
                    <a:pt x="44" y="631"/>
                  </a:lnTo>
                  <a:lnTo>
                    <a:pt x="38" y="625"/>
                  </a:lnTo>
                  <a:lnTo>
                    <a:pt x="38" y="43"/>
                  </a:lnTo>
                  <a:lnTo>
                    <a:pt x="4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4457" y="2875"/>
              <a:ext cx="71" cy="99"/>
            </a:xfrm>
            <a:custGeom>
              <a:avLst/>
              <a:gdLst/>
              <a:ahLst/>
              <a:cxnLst/>
              <a:rect l="l" t="t" r="r" b="b"/>
              <a:pathLst>
                <a:path w="319" h="442" extrusionOk="0">
                  <a:moveTo>
                    <a:pt x="85" y="0"/>
                  </a:moveTo>
                  <a:lnTo>
                    <a:pt x="273" y="0"/>
                  </a:lnTo>
                  <a:lnTo>
                    <a:pt x="278" y="4"/>
                  </a:lnTo>
                  <a:lnTo>
                    <a:pt x="278" y="106"/>
                  </a:lnTo>
                  <a:lnTo>
                    <a:pt x="273" y="111"/>
                  </a:lnTo>
                  <a:lnTo>
                    <a:pt x="238" y="111"/>
                  </a:lnTo>
                  <a:lnTo>
                    <a:pt x="233" y="106"/>
                  </a:lnTo>
                  <a:lnTo>
                    <a:pt x="233" y="76"/>
                  </a:lnTo>
                  <a:lnTo>
                    <a:pt x="198" y="76"/>
                  </a:lnTo>
                  <a:lnTo>
                    <a:pt x="192" y="71"/>
                  </a:lnTo>
                  <a:lnTo>
                    <a:pt x="192" y="37"/>
                  </a:lnTo>
                  <a:lnTo>
                    <a:pt x="119" y="37"/>
                  </a:lnTo>
                  <a:lnTo>
                    <a:pt x="119" y="71"/>
                  </a:lnTo>
                  <a:lnTo>
                    <a:pt x="113" y="76"/>
                  </a:lnTo>
                  <a:lnTo>
                    <a:pt x="85" y="76"/>
                  </a:lnTo>
                  <a:lnTo>
                    <a:pt x="85" y="106"/>
                  </a:lnTo>
                  <a:lnTo>
                    <a:pt x="113" y="106"/>
                  </a:lnTo>
                  <a:lnTo>
                    <a:pt x="119" y="111"/>
                  </a:lnTo>
                  <a:lnTo>
                    <a:pt x="119" y="145"/>
                  </a:lnTo>
                  <a:lnTo>
                    <a:pt x="153" y="145"/>
                  </a:lnTo>
                  <a:lnTo>
                    <a:pt x="158" y="150"/>
                  </a:lnTo>
                  <a:lnTo>
                    <a:pt x="158" y="181"/>
                  </a:lnTo>
                  <a:lnTo>
                    <a:pt x="233" y="181"/>
                  </a:lnTo>
                  <a:lnTo>
                    <a:pt x="238" y="186"/>
                  </a:lnTo>
                  <a:lnTo>
                    <a:pt x="238" y="218"/>
                  </a:lnTo>
                  <a:lnTo>
                    <a:pt x="273" y="218"/>
                  </a:lnTo>
                  <a:lnTo>
                    <a:pt x="278" y="224"/>
                  </a:lnTo>
                  <a:lnTo>
                    <a:pt x="278" y="254"/>
                  </a:lnTo>
                  <a:lnTo>
                    <a:pt x="312" y="254"/>
                  </a:lnTo>
                  <a:lnTo>
                    <a:pt x="318" y="260"/>
                  </a:lnTo>
                  <a:lnTo>
                    <a:pt x="318" y="362"/>
                  </a:lnTo>
                  <a:lnTo>
                    <a:pt x="312" y="367"/>
                  </a:lnTo>
                  <a:lnTo>
                    <a:pt x="278" y="367"/>
                  </a:lnTo>
                  <a:lnTo>
                    <a:pt x="278" y="400"/>
                  </a:lnTo>
                  <a:lnTo>
                    <a:pt x="273" y="406"/>
                  </a:lnTo>
                  <a:lnTo>
                    <a:pt x="198" y="406"/>
                  </a:lnTo>
                  <a:lnTo>
                    <a:pt x="198" y="435"/>
                  </a:lnTo>
                  <a:lnTo>
                    <a:pt x="192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331"/>
                  </a:lnTo>
                  <a:lnTo>
                    <a:pt x="4" y="326"/>
                  </a:lnTo>
                  <a:lnTo>
                    <a:pt x="39" y="326"/>
                  </a:lnTo>
                  <a:lnTo>
                    <a:pt x="45" y="331"/>
                  </a:lnTo>
                  <a:lnTo>
                    <a:pt x="45" y="362"/>
                  </a:lnTo>
                  <a:lnTo>
                    <a:pt x="79" y="362"/>
                  </a:lnTo>
                  <a:lnTo>
                    <a:pt x="85" y="367"/>
                  </a:lnTo>
                  <a:lnTo>
                    <a:pt x="85" y="400"/>
                  </a:lnTo>
                  <a:lnTo>
                    <a:pt x="192" y="400"/>
                  </a:lnTo>
                  <a:lnTo>
                    <a:pt x="192" y="367"/>
                  </a:lnTo>
                  <a:lnTo>
                    <a:pt x="198" y="362"/>
                  </a:lnTo>
                  <a:lnTo>
                    <a:pt x="233" y="362"/>
                  </a:lnTo>
                  <a:lnTo>
                    <a:pt x="233" y="299"/>
                  </a:lnTo>
                  <a:lnTo>
                    <a:pt x="198" y="299"/>
                  </a:lnTo>
                  <a:lnTo>
                    <a:pt x="192" y="293"/>
                  </a:lnTo>
                  <a:lnTo>
                    <a:pt x="192" y="260"/>
                  </a:lnTo>
                  <a:lnTo>
                    <a:pt x="119" y="260"/>
                  </a:lnTo>
                  <a:lnTo>
                    <a:pt x="113" y="254"/>
                  </a:lnTo>
                  <a:lnTo>
                    <a:pt x="113" y="224"/>
                  </a:lnTo>
                  <a:lnTo>
                    <a:pt x="45" y="224"/>
                  </a:lnTo>
                  <a:lnTo>
                    <a:pt x="39" y="218"/>
                  </a:lnTo>
                  <a:lnTo>
                    <a:pt x="39" y="150"/>
                  </a:lnTo>
                  <a:lnTo>
                    <a:pt x="4" y="150"/>
                  </a:lnTo>
                  <a:lnTo>
                    <a:pt x="0" y="145"/>
                  </a:lnTo>
                  <a:lnTo>
                    <a:pt x="0" y="76"/>
                  </a:lnTo>
                  <a:lnTo>
                    <a:pt x="4" y="71"/>
                  </a:lnTo>
                  <a:lnTo>
                    <a:pt x="39" y="71"/>
                  </a:lnTo>
                  <a:lnTo>
                    <a:pt x="39" y="37"/>
                  </a:lnTo>
                  <a:lnTo>
                    <a:pt x="45" y="32"/>
                  </a:lnTo>
                  <a:lnTo>
                    <a:pt x="79" y="32"/>
                  </a:lnTo>
                  <a:lnTo>
                    <a:pt x="79" y="4"/>
                  </a:lnTo>
                  <a:lnTo>
                    <a:pt x="8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4543" y="2875"/>
              <a:ext cx="79" cy="99"/>
            </a:xfrm>
            <a:custGeom>
              <a:avLst/>
              <a:gdLst/>
              <a:ahLst/>
              <a:cxnLst/>
              <a:rect l="l" t="t" r="r" b="b"/>
              <a:pathLst>
                <a:path w="354" h="442" extrusionOk="0">
                  <a:moveTo>
                    <a:pt x="119" y="37"/>
                  </a:moveTo>
                  <a:lnTo>
                    <a:pt x="230" y="37"/>
                  </a:lnTo>
                  <a:lnTo>
                    <a:pt x="230" y="71"/>
                  </a:lnTo>
                  <a:lnTo>
                    <a:pt x="236" y="76"/>
                  </a:lnTo>
                  <a:lnTo>
                    <a:pt x="269" y="76"/>
                  </a:lnTo>
                  <a:lnTo>
                    <a:pt x="269" y="145"/>
                  </a:lnTo>
                  <a:lnTo>
                    <a:pt x="84" y="145"/>
                  </a:lnTo>
                  <a:lnTo>
                    <a:pt x="84" y="76"/>
                  </a:lnTo>
                  <a:lnTo>
                    <a:pt x="113" y="76"/>
                  </a:lnTo>
                  <a:lnTo>
                    <a:pt x="119" y="71"/>
                  </a:lnTo>
                  <a:lnTo>
                    <a:pt x="119" y="37"/>
                  </a:lnTo>
                  <a:close/>
                  <a:moveTo>
                    <a:pt x="119" y="0"/>
                  </a:moveTo>
                  <a:lnTo>
                    <a:pt x="269" y="0"/>
                  </a:lnTo>
                  <a:lnTo>
                    <a:pt x="276" y="4"/>
                  </a:lnTo>
                  <a:lnTo>
                    <a:pt x="276" y="32"/>
                  </a:lnTo>
                  <a:lnTo>
                    <a:pt x="308" y="32"/>
                  </a:lnTo>
                  <a:lnTo>
                    <a:pt x="313" y="37"/>
                  </a:lnTo>
                  <a:lnTo>
                    <a:pt x="313" y="71"/>
                  </a:lnTo>
                  <a:lnTo>
                    <a:pt x="347" y="71"/>
                  </a:lnTo>
                  <a:lnTo>
                    <a:pt x="353" y="76"/>
                  </a:lnTo>
                  <a:lnTo>
                    <a:pt x="353" y="181"/>
                  </a:lnTo>
                  <a:lnTo>
                    <a:pt x="347" y="186"/>
                  </a:lnTo>
                  <a:lnTo>
                    <a:pt x="84" y="186"/>
                  </a:lnTo>
                  <a:lnTo>
                    <a:pt x="84" y="293"/>
                  </a:lnTo>
                  <a:lnTo>
                    <a:pt x="113" y="293"/>
                  </a:lnTo>
                  <a:lnTo>
                    <a:pt x="119" y="299"/>
                  </a:lnTo>
                  <a:lnTo>
                    <a:pt x="119" y="326"/>
                  </a:lnTo>
                  <a:lnTo>
                    <a:pt x="153" y="326"/>
                  </a:lnTo>
                  <a:lnTo>
                    <a:pt x="157" y="331"/>
                  </a:lnTo>
                  <a:lnTo>
                    <a:pt x="157" y="362"/>
                  </a:lnTo>
                  <a:lnTo>
                    <a:pt x="308" y="362"/>
                  </a:lnTo>
                  <a:lnTo>
                    <a:pt x="308" y="331"/>
                  </a:lnTo>
                  <a:lnTo>
                    <a:pt x="313" y="326"/>
                  </a:lnTo>
                  <a:lnTo>
                    <a:pt x="347" y="326"/>
                  </a:lnTo>
                  <a:lnTo>
                    <a:pt x="353" y="331"/>
                  </a:lnTo>
                  <a:lnTo>
                    <a:pt x="353" y="362"/>
                  </a:lnTo>
                  <a:lnTo>
                    <a:pt x="347" y="367"/>
                  </a:lnTo>
                  <a:lnTo>
                    <a:pt x="313" y="367"/>
                  </a:lnTo>
                  <a:lnTo>
                    <a:pt x="313" y="400"/>
                  </a:lnTo>
                  <a:lnTo>
                    <a:pt x="308" y="406"/>
                  </a:lnTo>
                  <a:lnTo>
                    <a:pt x="276" y="406"/>
                  </a:lnTo>
                  <a:lnTo>
                    <a:pt x="276" y="435"/>
                  </a:lnTo>
                  <a:lnTo>
                    <a:pt x="269" y="441"/>
                  </a:lnTo>
                  <a:lnTo>
                    <a:pt x="119" y="441"/>
                  </a:lnTo>
                  <a:lnTo>
                    <a:pt x="113" y="435"/>
                  </a:lnTo>
                  <a:lnTo>
                    <a:pt x="113" y="406"/>
                  </a:lnTo>
                  <a:lnTo>
                    <a:pt x="44" y="406"/>
                  </a:lnTo>
                  <a:lnTo>
                    <a:pt x="38" y="400"/>
                  </a:lnTo>
                  <a:lnTo>
                    <a:pt x="38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44" y="32"/>
                  </a:lnTo>
                  <a:lnTo>
                    <a:pt x="113" y="32"/>
                  </a:lnTo>
                  <a:lnTo>
                    <a:pt x="113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4642" y="2875"/>
              <a:ext cx="100" cy="99"/>
            </a:xfrm>
            <a:custGeom>
              <a:avLst/>
              <a:gdLst/>
              <a:ahLst/>
              <a:cxnLst/>
              <a:rect l="l" t="t" r="r" b="b"/>
              <a:pathLst>
                <a:path w="446" h="442" extrusionOk="0">
                  <a:moveTo>
                    <a:pt x="5" y="0"/>
                  </a:moveTo>
                  <a:lnTo>
                    <a:pt x="117" y="0"/>
                  </a:lnTo>
                  <a:lnTo>
                    <a:pt x="122" y="4"/>
                  </a:lnTo>
                  <a:lnTo>
                    <a:pt x="122" y="71"/>
                  </a:lnTo>
                  <a:lnTo>
                    <a:pt x="159" y="71"/>
                  </a:lnTo>
                  <a:lnTo>
                    <a:pt x="159" y="37"/>
                  </a:lnTo>
                  <a:lnTo>
                    <a:pt x="164" y="32"/>
                  </a:lnTo>
                  <a:lnTo>
                    <a:pt x="199" y="32"/>
                  </a:lnTo>
                  <a:lnTo>
                    <a:pt x="199" y="4"/>
                  </a:lnTo>
                  <a:lnTo>
                    <a:pt x="205" y="0"/>
                  </a:lnTo>
                  <a:lnTo>
                    <a:pt x="322" y="0"/>
                  </a:lnTo>
                  <a:lnTo>
                    <a:pt x="328" y="4"/>
                  </a:lnTo>
                  <a:lnTo>
                    <a:pt x="328" y="32"/>
                  </a:lnTo>
                  <a:lnTo>
                    <a:pt x="364" y="32"/>
                  </a:lnTo>
                  <a:lnTo>
                    <a:pt x="370" y="37"/>
                  </a:lnTo>
                  <a:lnTo>
                    <a:pt x="370" y="71"/>
                  </a:lnTo>
                  <a:lnTo>
                    <a:pt x="404" y="71"/>
                  </a:lnTo>
                  <a:lnTo>
                    <a:pt x="410" y="76"/>
                  </a:lnTo>
                  <a:lnTo>
                    <a:pt x="410" y="400"/>
                  </a:lnTo>
                  <a:lnTo>
                    <a:pt x="439" y="400"/>
                  </a:lnTo>
                  <a:lnTo>
                    <a:pt x="445" y="406"/>
                  </a:lnTo>
                  <a:lnTo>
                    <a:pt x="445" y="435"/>
                  </a:lnTo>
                  <a:lnTo>
                    <a:pt x="439" y="441"/>
                  </a:lnTo>
                  <a:lnTo>
                    <a:pt x="287" y="441"/>
                  </a:lnTo>
                  <a:lnTo>
                    <a:pt x="282" y="435"/>
                  </a:lnTo>
                  <a:lnTo>
                    <a:pt x="282" y="406"/>
                  </a:lnTo>
                  <a:lnTo>
                    <a:pt x="287" y="400"/>
                  </a:lnTo>
                  <a:lnTo>
                    <a:pt x="322" y="400"/>
                  </a:lnTo>
                  <a:lnTo>
                    <a:pt x="322" y="111"/>
                  </a:lnTo>
                  <a:lnTo>
                    <a:pt x="287" y="111"/>
                  </a:lnTo>
                  <a:lnTo>
                    <a:pt x="282" y="106"/>
                  </a:lnTo>
                  <a:lnTo>
                    <a:pt x="282" y="76"/>
                  </a:lnTo>
                  <a:lnTo>
                    <a:pt x="164" y="76"/>
                  </a:lnTo>
                  <a:lnTo>
                    <a:pt x="164" y="106"/>
                  </a:lnTo>
                  <a:lnTo>
                    <a:pt x="159" y="111"/>
                  </a:lnTo>
                  <a:lnTo>
                    <a:pt x="122" y="111"/>
                  </a:lnTo>
                  <a:lnTo>
                    <a:pt x="122" y="400"/>
                  </a:lnTo>
                  <a:lnTo>
                    <a:pt x="159" y="400"/>
                  </a:lnTo>
                  <a:lnTo>
                    <a:pt x="164" y="406"/>
                  </a:lnTo>
                  <a:lnTo>
                    <a:pt x="164" y="435"/>
                  </a:lnTo>
                  <a:lnTo>
                    <a:pt x="159" y="441"/>
                  </a:lnTo>
                  <a:lnTo>
                    <a:pt x="5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5" y="400"/>
                  </a:lnTo>
                  <a:lnTo>
                    <a:pt x="41" y="400"/>
                  </a:lnTo>
                  <a:lnTo>
                    <a:pt x="41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4744" y="2849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79" h="557" extrusionOk="0">
                  <a:moveTo>
                    <a:pt x="125" y="0"/>
                  </a:moveTo>
                  <a:lnTo>
                    <a:pt x="153" y="0"/>
                  </a:lnTo>
                  <a:lnTo>
                    <a:pt x="159" y="4"/>
                  </a:lnTo>
                  <a:lnTo>
                    <a:pt x="159" y="113"/>
                  </a:lnTo>
                  <a:lnTo>
                    <a:pt x="272" y="113"/>
                  </a:lnTo>
                  <a:lnTo>
                    <a:pt x="278" y="118"/>
                  </a:lnTo>
                  <a:lnTo>
                    <a:pt x="278" y="146"/>
                  </a:lnTo>
                  <a:lnTo>
                    <a:pt x="272" y="151"/>
                  </a:lnTo>
                  <a:lnTo>
                    <a:pt x="159" y="151"/>
                  </a:lnTo>
                  <a:lnTo>
                    <a:pt x="159" y="515"/>
                  </a:lnTo>
                  <a:lnTo>
                    <a:pt x="233" y="515"/>
                  </a:lnTo>
                  <a:lnTo>
                    <a:pt x="233" y="482"/>
                  </a:lnTo>
                  <a:lnTo>
                    <a:pt x="238" y="477"/>
                  </a:lnTo>
                  <a:lnTo>
                    <a:pt x="272" y="477"/>
                  </a:lnTo>
                  <a:lnTo>
                    <a:pt x="278" y="482"/>
                  </a:lnTo>
                  <a:lnTo>
                    <a:pt x="278" y="515"/>
                  </a:lnTo>
                  <a:lnTo>
                    <a:pt x="272" y="521"/>
                  </a:lnTo>
                  <a:lnTo>
                    <a:pt x="238" y="521"/>
                  </a:lnTo>
                  <a:lnTo>
                    <a:pt x="238" y="550"/>
                  </a:lnTo>
                  <a:lnTo>
                    <a:pt x="233" y="556"/>
                  </a:lnTo>
                  <a:lnTo>
                    <a:pt x="125" y="556"/>
                  </a:lnTo>
                  <a:lnTo>
                    <a:pt x="119" y="550"/>
                  </a:lnTo>
                  <a:lnTo>
                    <a:pt x="119" y="521"/>
                  </a:lnTo>
                  <a:lnTo>
                    <a:pt x="84" y="521"/>
                  </a:lnTo>
                  <a:lnTo>
                    <a:pt x="80" y="515"/>
                  </a:lnTo>
                  <a:lnTo>
                    <a:pt x="80" y="151"/>
                  </a:lnTo>
                  <a:lnTo>
                    <a:pt x="5" y="151"/>
                  </a:lnTo>
                  <a:lnTo>
                    <a:pt x="0" y="146"/>
                  </a:lnTo>
                  <a:lnTo>
                    <a:pt x="0" y="118"/>
                  </a:lnTo>
                  <a:lnTo>
                    <a:pt x="5" y="113"/>
                  </a:lnTo>
                  <a:lnTo>
                    <a:pt x="40" y="113"/>
                  </a:lnTo>
                  <a:lnTo>
                    <a:pt x="40" y="82"/>
                  </a:lnTo>
                  <a:lnTo>
                    <a:pt x="46" y="77"/>
                  </a:lnTo>
                  <a:lnTo>
                    <a:pt x="80" y="77"/>
                  </a:lnTo>
                  <a:lnTo>
                    <a:pt x="80" y="43"/>
                  </a:lnTo>
                  <a:lnTo>
                    <a:pt x="84" y="38"/>
                  </a:lnTo>
                  <a:lnTo>
                    <a:pt x="119" y="38"/>
                  </a:lnTo>
                  <a:lnTo>
                    <a:pt x="119" y="4"/>
                  </a:lnTo>
                  <a:lnTo>
                    <a:pt x="125" y="0"/>
                  </a:lnTo>
                </a:path>
              </a:pathLst>
            </a:custGeom>
            <a:solidFill>
              <a:srgbClr val="0000CC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460" name="Google Shape;460;p3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Put a row in the decision table for each cause or effect: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 example, there are five rows for causes and three for effects.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467" name="Google Shape;467;p34"/>
          <p:cNvSpPr txBox="1">
            <a:spLocks noGrp="1"/>
          </p:cNvSpPr>
          <p:nvPr>
            <p:ph type="body" idx="1"/>
          </p:nvPr>
        </p:nvSpPr>
        <p:spPr>
          <a:xfrm>
            <a:off x="333375" y="1708150"/>
            <a:ext cx="95789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columns of the decision table correspond to test cases.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Define the columns by examining each effect: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list each combination of causes that can lead to that effect.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can determine the number of columns of the decision table</a:t>
            </a:r>
            <a:endParaRPr/>
          </a:p>
          <a:p>
            <a:pPr marL="858837" marR="0" lvl="1" indent="-285749" algn="l" rtl="0">
              <a:lnSpc>
                <a:spcPct val="8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examining the lines flowing into the effect nodes of the graph.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 effect graph- Example</a:t>
            </a:r>
            <a:endParaRPr/>
          </a:p>
        </p:txBody>
      </p:sp>
      <p:sp>
        <p:nvSpPr>
          <p:cNvPr id="474" name="Google Shape;474;p3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Theoretically we could have generated 25=32 test cases.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cause effect graphing technique reduces that number  to 5.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practical for systems which: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include timing aspects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feedback from processes is used for some other processes.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480" name="Google Shape;480;p36"/>
          <p:cNvSpPr txBox="1">
            <a:spLocks noGrp="1"/>
          </p:cNvSpPr>
          <p:nvPr>
            <p:ph type="body" idx="1"/>
          </p:nvPr>
        </p:nvSpPr>
        <p:spPr>
          <a:xfrm>
            <a:off x="460375" y="1708150"/>
            <a:ext cx="91979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the functionalities of a single module or function.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the interfaces among the modules.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the fully integrated system against its functional and non-functional requirements.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</p:txBody>
      </p:sp>
      <p:sp>
        <p:nvSpPr>
          <p:cNvPr id="487" name="Google Shape;487;p37"/>
          <p:cNvSpPr txBox="1">
            <a:spLocks noGrp="1"/>
          </p:cNvSpPr>
          <p:nvPr>
            <p:ph type="body" idx="1"/>
          </p:nvPr>
        </p:nvSpPr>
        <p:spPr>
          <a:xfrm>
            <a:off x="755650" y="1847850"/>
            <a:ext cx="8566150" cy="453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different modules of a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have been coded and  unit tested: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modules are integrated in steps according to an integration plan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partially integrated system is tested at each integration step.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  <p:sp>
        <p:nvSpPr>
          <p:cNvPr id="494" name="Google Shape;494;p3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–"/>
            </a:pPr>
            <a:r>
              <a:rPr lang="en-US" sz="44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Validate a fully developed system against its requirements.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</p:txBody>
      </p:sp>
      <p:sp>
        <p:nvSpPr>
          <p:cNvPr id="501" name="Google Shape;501;p3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 the integration plan by examining the structure chart 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bottom-up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approach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0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Structured Design</a:t>
            </a:r>
            <a:endParaRPr/>
          </a:p>
        </p:txBody>
      </p:sp>
      <p:sp>
        <p:nvSpPr>
          <p:cNvPr id="508" name="Google Shape;508;p40"/>
          <p:cNvSpPr txBox="1"/>
          <p:nvPr/>
        </p:nvSpPr>
        <p:spPr>
          <a:xfrm>
            <a:off x="4537075" y="1847850"/>
            <a:ext cx="2095500" cy="50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"/>
              <a:buNone/>
            </a:pPr>
            <a:r>
              <a:rPr lang="en-US" sz="26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root</a:t>
            </a:r>
            <a:endParaRPr/>
          </a:p>
        </p:txBody>
      </p:sp>
      <p:sp>
        <p:nvSpPr>
          <p:cNvPr id="509" name="Google Shape;509;p40"/>
          <p:cNvSpPr txBox="1"/>
          <p:nvPr/>
        </p:nvSpPr>
        <p:spPr>
          <a:xfrm>
            <a:off x="1428750" y="3443287"/>
            <a:ext cx="20955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Get-good-data</a:t>
            </a:r>
            <a:endParaRPr/>
          </a:p>
        </p:txBody>
      </p:sp>
      <p:sp>
        <p:nvSpPr>
          <p:cNvPr id="510" name="Google Shape;510;p40"/>
          <p:cNvSpPr txBox="1"/>
          <p:nvPr/>
        </p:nvSpPr>
        <p:spPr>
          <a:xfrm>
            <a:off x="3779837" y="3443287"/>
            <a:ext cx="2349500" cy="7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Compute-solution</a:t>
            </a:r>
            <a:endParaRPr/>
          </a:p>
        </p:txBody>
      </p:sp>
      <p:sp>
        <p:nvSpPr>
          <p:cNvPr id="511" name="Google Shape;511;p40"/>
          <p:cNvSpPr txBox="1"/>
          <p:nvPr/>
        </p:nvSpPr>
        <p:spPr>
          <a:xfrm>
            <a:off x="6300787" y="3443287"/>
            <a:ext cx="2263775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Display-solution</a:t>
            </a:r>
            <a:endParaRPr/>
          </a:p>
        </p:txBody>
      </p:sp>
      <p:sp>
        <p:nvSpPr>
          <p:cNvPr id="512" name="Google Shape;512;p40"/>
          <p:cNvSpPr txBox="1"/>
          <p:nvPr/>
        </p:nvSpPr>
        <p:spPr>
          <a:xfrm>
            <a:off x="755650" y="4872037"/>
            <a:ext cx="1676400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Get-data</a:t>
            </a:r>
            <a:endParaRPr/>
          </a:p>
        </p:txBody>
      </p:sp>
      <p:sp>
        <p:nvSpPr>
          <p:cNvPr id="513" name="Google Shape;513;p40"/>
          <p:cNvSpPr txBox="1"/>
          <p:nvPr/>
        </p:nvSpPr>
        <p:spPr>
          <a:xfrm>
            <a:off x="2520950" y="4721225"/>
            <a:ext cx="1676400" cy="76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Validate-data</a:t>
            </a:r>
            <a:endParaRPr/>
          </a:p>
        </p:txBody>
      </p:sp>
      <p:sp>
        <p:nvSpPr>
          <p:cNvPr id="514" name="Google Shape;514;p40"/>
          <p:cNvSpPr/>
          <p:nvPr/>
        </p:nvSpPr>
        <p:spPr>
          <a:xfrm>
            <a:off x="4452937" y="1847850"/>
            <a:ext cx="919162" cy="584200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3779837" y="3359150"/>
            <a:ext cx="2265362" cy="585787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6216650" y="3359150"/>
            <a:ext cx="2263775" cy="585787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1260475" y="3359150"/>
            <a:ext cx="2263775" cy="585787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839787" y="4787900"/>
            <a:ext cx="1425575" cy="668337"/>
          </a:xfrm>
          <a:prstGeom prst="roundRect">
            <a:avLst>
              <a:gd name="adj" fmla="val 56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2603500" y="4787900"/>
            <a:ext cx="1425575" cy="668337"/>
          </a:xfrm>
          <a:prstGeom prst="roundRect">
            <a:avLst>
              <a:gd name="adj" fmla="val 56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0" name="Google Shape;520;p40"/>
          <p:cNvCxnSpPr/>
          <p:nvPr/>
        </p:nvCxnSpPr>
        <p:spPr>
          <a:xfrm flipH="1">
            <a:off x="2352675" y="2435225"/>
            <a:ext cx="2184400" cy="92392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21" name="Google Shape;521;p40"/>
          <p:cNvCxnSpPr/>
          <p:nvPr/>
        </p:nvCxnSpPr>
        <p:spPr>
          <a:xfrm flipH="1">
            <a:off x="1512887" y="3948112"/>
            <a:ext cx="839787" cy="8397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22" name="Google Shape;522;p40"/>
          <p:cNvCxnSpPr/>
          <p:nvPr/>
        </p:nvCxnSpPr>
        <p:spPr>
          <a:xfrm>
            <a:off x="4872037" y="2435225"/>
            <a:ext cx="0" cy="92392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23" name="Google Shape;523;p40"/>
          <p:cNvCxnSpPr/>
          <p:nvPr/>
        </p:nvCxnSpPr>
        <p:spPr>
          <a:xfrm>
            <a:off x="5292725" y="2435225"/>
            <a:ext cx="2016125" cy="92392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24" name="Google Shape;524;p40"/>
          <p:cNvCxnSpPr/>
          <p:nvPr/>
        </p:nvCxnSpPr>
        <p:spPr>
          <a:xfrm>
            <a:off x="2603500" y="3948112"/>
            <a:ext cx="673100" cy="8397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525" name="Google Shape;525;p40"/>
          <p:cNvSpPr txBox="1"/>
          <p:nvPr/>
        </p:nvSpPr>
        <p:spPr>
          <a:xfrm>
            <a:off x="1931987" y="2501900"/>
            <a:ext cx="20970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Valid-numbers</a:t>
            </a:r>
            <a:endParaRPr/>
          </a:p>
        </p:txBody>
      </p:sp>
      <p:cxnSp>
        <p:nvCxnSpPr>
          <p:cNvPr id="526" name="Google Shape;526;p40"/>
          <p:cNvCxnSpPr/>
          <p:nvPr/>
        </p:nvCxnSpPr>
        <p:spPr>
          <a:xfrm rot="10800000" flipH="1">
            <a:off x="3529012" y="2855912"/>
            <a:ext cx="503237" cy="16827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527" name="Google Shape;527;p40"/>
          <p:cNvSpPr txBox="1"/>
          <p:nvPr/>
        </p:nvSpPr>
        <p:spPr>
          <a:xfrm>
            <a:off x="3948112" y="2838450"/>
            <a:ext cx="209708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lang="en-US" sz="18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Valid-numbers</a:t>
            </a:r>
            <a:endParaRPr/>
          </a:p>
        </p:txBody>
      </p:sp>
      <p:cxnSp>
        <p:nvCxnSpPr>
          <p:cNvPr id="528" name="Google Shape;528;p40"/>
          <p:cNvCxnSpPr/>
          <p:nvPr/>
        </p:nvCxnSpPr>
        <p:spPr>
          <a:xfrm>
            <a:off x="4787900" y="2519362"/>
            <a:ext cx="0" cy="4206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29" name="Google Shape;529;p40"/>
          <p:cNvCxnSpPr/>
          <p:nvPr/>
        </p:nvCxnSpPr>
        <p:spPr>
          <a:xfrm>
            <a:off x="4956175" y="2519362"/>
            <a:ext cx="0" cy="4206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triangle" w="lg" len="lg"/>
            <a:tailEnd type="none" w="med" len="med"/>
          </a:ln>
        </p:spPr>
      </p:cxnSp>
      <p:sp>
        <p:nvSpPr>
          <p:cNvPr id="530" name="Google Shape;530;p40"/>
          <p:cNvSpPr txBox="1"/>
          <p:nvPr/>
        </p:nvSpPr>
        <p:spPr>
          <a:xfrm>
            <a:off x="4956175" y="2435225"/>
            <a:ext cx="20970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rms</a:t>
            </a:r>
            <a:endParaRPr/>
          </a:p>
        </p:txBody>
      </p:sp>
      <p:sp>
        <p:nvSpPr>
          <p:cNvPr id="531" name="Google Shape;531;p40"/>
          <p:cNvSpPr txBox="1"/>
          <p:nvPr/>
        </p:nvSpPr>
        <p:spPr>
          <a:xfrm>
            <a:off x="6469062" y="2603500"/>
            <a:ext cx="20955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rms</a:t>
            </a:r>
            <a:endParaRPr/>
          </a:p>
        </p:txBody>
      </p:sp>
      <p:cxnSp>
        <p:nvCxnSpPr>
          <p:cNvPr id="532" name="Google Shape;532;p40"/>
          <p:cNvCxnSpPr/>
          <p:nvPr/>
        </p:nvCxnSpPr>
        <p:spPr>
          <a:xfrm>
            <a:off x="6048375" y="2603500"/>
            <a:ext cx="504825" cy="252412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Integration Testing</a:t>
            </a:r>
            <a:endParaRPr/>
          </a:p>
        </p:txBody>
      </p:sp>
      <p:sp>
        <p:nvSpPr>
          <p:cNvPr id="539" name="Google Shape;539;p4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approach is the simplest integration testing approach: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the modules are simply put together and tested.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technique is used only for very small systems.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Integration Testing</a:t>
            </a:r>
            <a:endParaRPr/>
          </a:p>
        </p:txBody>
      </p:sp>
      <p:sp>
        <p:nvSpPr>
          <p:cNvPr id="546" name="Google Shape;546;p42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6150" cy="4557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 problems with this approach: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an error is found: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very difficult to localize the error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error may potentially belong to any of the modules being integrated.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 errors found during big bang integration testing are very expensive to fix.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Bottom-up Integration Testing</a:t>
            </a:r>
            <a:endParaRPr/>
          </a:p>
        </p:txBody>
      </p:sp>
      <p:sp>
        <p:nvSpPr>
          <p:cNvPr id="553" name="Google Shape;553;p43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6150" cy="473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Integrate and test the bottom level modules first.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disadvantage of bottom-up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the system is made up of a large number of small subsystems.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extreme case corresponds to the big bang approach.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integration testing</a:t>
            </a:r>
            <a:endParaRPr/>
          </a:p>
        </p:txBody>
      </p:sp>
      <p:sp>
        <p:nvSpPr>
          <p:cNvPr id="560" name="Google Shape;560;p44"/>
          <p:cNvSpPr txBox="1">
            <a:spLocks noGrp="1"/>
          </p:cNvSpPr>
          <p:nvPr>
            <p:ph type="body" idx="1"/>
          </p:nvPr>
        </p:nvSpPr>
        <p:spPr>
          <a:xfrm>
            <a:off x="333375" y="1708150"/>
            <a:ext cx="93503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integration testing starts with the main routine: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one or two subordinate routines in the system.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the top-level 'skeleton’ has been tested: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subordinate modules of the 'skeleton’ are combined with it and tested. 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integration testing</a:t>
            </a:r>
            <a:endParaRPr/>
          </a:p>
        </p:txBody>
      </p:sp>
      <p:sp>
        <p:nvSpPr>
          <p:cNvPr id="567" name="Google Shape;567;p4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(or sandwiched) integration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Uses both top-down and bottom-up testing approaches.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Most common approach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</p:txBody>
      </p:sp>
      <p:sp>
        <p:nvSpPr>
          <p:cNvPr id="574" name="Google Shape;574;p4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top-down approach: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waits till all top-level modules are coded and unit tested.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bottom-up approach: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can start only after bottom level modules are ready.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lang="en-US" sz="4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Phased versus Incremental Integration Testing</a:t>
            </a:r>
            <a:endParaRPr/>
          </a:p>
        </p:txBody>
      </p:sp>
      <p:sp>
        <p:nvSpPr>
          <p:cNvPr id="581" name="Google Shape;581;p4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can be incremental or phased.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incremental integration testing,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only one new module is added to the partial system each time.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Phased versus Incremental Integration Testing</a:t>
            </a:r>
            <a:endParaRPr/>
          </a:p>
        </p:txBody>
      </p:sp>
      <p:sp>
        <p:nvSpPr>
          <p:cNvPr id="588" name="Google Shape;588;p4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phased integration,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 group of related modules are added to the partially integrated system each time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Big-bang testing: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degenerate case of the phased integration 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Phased versus Incremental Integration Testing</a:t>
            </a:r>
            <a:endParaRPr/>
          </a:p>
        </p:txBody>
      </p:sp>
      <p:sp>
        <p:nvSpPr>
          <p:cNvPr id="595" name="Google Shape;595;p4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Phased integration requires less number of integration steps:</a:t>
            </a:r>
            <a:endParaRPr/>
          </a:p>
          <a:p>
            <a:pPr marL="858837" marR="0" lvl="1" indent="-285749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compared to the incremental integration approach. </a:t>
            </a:r>
            <a:endParaRPr/>
          </a:p>
          <a:p>
            <a:pPr marL="427037" marR="0" lvl="0" indent="-322262" algn="l" rtl="0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when failures are detected, </a:t>
            </a:r>
            <a:endParaRPr/>
          </a:p>
          <a:p>
            <a:pPr marL="858837" marR="0" lvl="1" indent="-285749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easier to debug if using incremental testing </a:t>
            </a:r>
            <a:endParaRPr/>
          </a:p>
          <a:p>
            <a:pPr marL="1290637" marR="0" lvl="2" indent="-212724" algn="l" rtl="0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since errors are very likely to be in the newly integrated module.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  <p:sp>
        <p:nvSpPr>
          <p:cNvPr id="602" name="Google Shape;602;p5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tests are designed to validate a fully developed system: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assure that it meets its requirements.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  <p:sp>
        <p:nvSpPr>
          <p:cNvPr id="609" name="Google Shape;609;p5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three main kinds of system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Alpha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Beta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Acceptance Testing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Alpha testing</a:t>
            </a:r>
            <a:endParaRPr/>
          </a:p>
        </p:txBody>
      </p:sp>
      <p:sp>
        <p:nvSpPr>
          <p:cNvPr id="616" name="Google Shape;616;p5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 is carried out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the test team within the developing organization.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Beta Testing</a:t>
            </a:r>
            <a:endParaRPr/>
          </a:p>
        </p:txBody>
      </p:sp>
      <p:sp>
        <p:nvSpPr>
          <p:cNvPr id="623" name="Google Shape;623;p5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Beta testing is the system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performed by a select group of friendly customers.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Acceptance Testing</a:t>
            </a:r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Acceptance testing is the system testing performed by the customer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determine whether he should accept the delivery of the system.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  <p:sp>
        <p:nvSpPr>
          <p:cNvPr id="637" name="Google Shape;637;p5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During system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requirements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are validated through functional tests.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Non-functional requirements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validated through performance tests.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Performance Testing</a:t>
            </a:r>
            <a:endParaRPr/>
          </a:p>
        </p:txBody>
      </p:sp>
      <p:sp>
        <p:nvSpPr>
          <p:cNvPr id="644" name="Google Shape;644;p5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Addresses non-functional requirements.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sometimes involve testing hardware and software together.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several categories of performance testing.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</p:txBody>
      </p:sp>
      <p:sp>
        <p:nvSpPr>
          <p:cNvPr id="651" name="Google Shape;651;p5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Evaluates system performance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stressed for short periods of time.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 known as </a:t>
            </a: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endurance testing. 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</p:txBody>
      </p:sp>
      <p:sp>
        <p:nvSpPr>
          <p:cNvPr id="658" name="Google Shape;658;p5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tests are black box tests: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Designed to impose a range of abnormal and even  illegal input conditions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 as to stress the capabilities of the software.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</p:txBody>
      </p:sp>
      <p:sp>
        <p:nvSpPr>
          <p:cNvPr id="665" name="Google Shape;665;p5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 requirements is to handle a specified number of users, or devices: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 evaluates system performance when all users or devices are busy simultaneously.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</p:txBody>
      </p:sp>
      <p:sp>
        <p:nvSpPr>
          <p:cNvPr id="672" name="Google Shape;672;p60"/>
          <p:cNvSpPr txBox="1">
            <a:spLocks noGrp="1"/>
          </p:cNvSpPr>
          <p:nvPr>
            <p:ph type="body" idx="1"/>
          </p:nvPr>
        </p:nvSpPr>
        <p:spPr>
          <a:xfrm>
            <a:off x="739775" y="1568450"/>
            <a:ext cx="8601075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an operating system is supposed to support 15 multiprogrammed jobs,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system is stressed by attempting to run 15 or more jobs simultaneously.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real-time system might be tested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determine the effect of simultaneous arrival of several high-priority interrupts.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</p:txBody>
      </p:sp>
      <p:sp>
        <p:nvSpPr>
          <p:cNvPr id="679" name="Google Shape;679;p61"/>
          <p:cNvSpPr txBox="1">
            <a:spLocks noGrp="1"/>
          </p:cNvSpPr>
          <p:nvPr>
            <p:ph type="body" idx="1"/>
          </p:nvPr>
        </p:nvSpPr>
        <p:spPr>
          <a:xfrm>
            <a:off x="447675" y="1708150"/>
            <a:ext cx="92741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 usually involves an element of time or size,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as the number of records transferred per unit time,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maximum number of users active at any time, input data size, etc.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Therefore stress testing may not be applicable to many types of systems.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Volume Testing</a:t>
            </a:r>
            <a:endParaRPr/>
          </a:p>
        </p:txBody>
      </p:sp>
      <p:sp>
        <p:nvSpPr>
          <p:cNvPr id="686" name="Google Shape;686;p62"/>
          <p:cNvSpPr txBox="1">
            <a:spLocks noGrp="1"/>
          </p:cNvSpPr>
          <p:nvPr>
            <p:ph type="body" idx="1"/>
          </p:nvPr>
        </p:nvSpPr>
        <p:spPr>
          <a:xfrm>
            <a:off x="434975" y="1708150"/>
            <a:ext cx="89058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Addresses handling large amounts of data in the system: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Whether data structures (e.g. queues, stacks, arrays, etc.) are large enough to handle all possible situations.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Fields, records, and files are stressed to check if their size can accommodate all possible data volumes.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Configuration Testing</a:t>
            </a:r>
            <a:endParaRPr/>
          </a:p>
        </p:txBody>
      </p:sp>
      <p:sp>
        <p:nvSpPr>
          <p:cNvPr id="693" name="Google Shape;693;p63"/>
          <p:cNvSpPr txBox="1">
            <a:spLocks noGrp="1"/>
          </p:cNvSpPr>
          <p:nvPr>
            <p:ph type="body" idx="1"/>
          </p:nvPr>
        </p:nvSpPr>
        <p:spPr>
          <a:xfrm>
            <a:off x="504825" y="1533525"/>
            <a:ext cx="9015412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Analyze system behavior: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various hardware and software configurations specified in the requirements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sometimes systems are built in various configurations for different users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instance, a minimal system may serve a single user,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other configurations for additional users.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Compatibility Testing</a:t>
            </a:r>
            <a:endParaRPr/>
          </a:p>
        </p:txBody>
      </p:sp>
      <p:sp>
        <p:nvSpPr>
          <p:cNvPr id="700" name="Google Shape;700;p6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tests are needed when the system interfaces with other systems: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 whether the interface functions as required.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5"/>
          <p:cNvSpPr txBox="1">
            <a:spLocks noGrp="1"/>
          </p:cNvSpPr>
          <p:nvPr>
            <p:ph type="title"/>
          </p:nvPr>
        </p:nvSpPr>
        <p:spPr>
          <a:xfrm>
            <a:off x="447675" y="346075"/>
            <a:ext cx="8566150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Compatibility testing</a:t>
            </a:r>
            <a:b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707" name="Google Shape;707;p6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 system is to communicate with a large database system to retrieve information: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compatibility test examines speed and accuracy of retrieval.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Recovery Testing</a:t>
            </a:r>
            <a:endParaRPr/>
          </a:p>
        </p:txBody>
      </p:sp>
      <p:sp>
        <p:nvSpPr>
          <p:cNvPr id="714" name="Google Shape;714;p6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tests check response to: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Presence of faults or to the loss of data, power, devices, or services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Subject system to loss of resources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 if the system recovers properly.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Maintenance Testing</a:t>
            </a:r>
            <a:endParaRPr/>
          </a:p>
        </p:txBody>
      </p:sp>
      <p:sp>
        <p:nvSpPr>
          <p:cNvPr id="721" name="Google Shape;721;p6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Diagnostic tools and procedures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help find source of problems.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may be required to supply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maps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diagnostic programs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traces of transactions, 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circuit diagrams, etc.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Maintenance Testing</a:t>
            </a:r>
            <a:endParaRPr/>
          </a:p>
        </p:txBody>
      </p:sp>
      <p:sp>
        <p:nvSpPr>
          <p:cNvPr id="728" name="Google Shape;728;p6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Verify that: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required artifacts for maintenance exist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they function properly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Documentation tests</a:t>
            </a:r>
            <a:endParaRPr/>
          </a:p>
        </p:txBody>
      </p:sp>
      <p:sp>
        <p:nvSpPr>
          <p:cNvPr id="735" name="Google Shape;735;p6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 that required documents exist and are consistent: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user guides,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maintenance guides,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technical documents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Documentation tests</a:t>
            </a:r>
            <a:endParaRPr/>
          </a:p>
        </p:txBody>
      </p:sp>
      <p:sp>
        <p:nvSpPr>
          <p:cNvPr id="742" name="Google Shape;742;p7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Sometimes requirements specify: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Format and audience of specific documents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Documents are evaluated for compliance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Usability tests</a:t>
            </a:r>
            <a:endParaRPr/>
          </a:p>
        </p:txBody>
      </p:sp>
      <p:sp>
        <p:nvSpPr>
          <p:cNvPr id="749" name="Google Shape;749;p7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aspects of user interfaces are tested: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Display screens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report formats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navigation and selection problems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Environmental test</a:t>
            </a:r>
            <a:endParaRPr/>
          </a:p>
        </p:txBody>
      </p:sp>
      <p:sp>
        <p:nvSpPr>
          <p:cNvPr id="756" name="Google Shape;756;p72"/>
          <p:cNvSpPr txBox="1">
            <a:spLocks noGrp="1"/>
          </p:cNvSpPr>
          <p:nvPr>
            <p:ph type="body" idx="1"/>
          </p:nvPr>
        </p:nvSpPr>
        <p:spPr>
          <a:xfrm>
            <a:off x="504825" y="1847850"/>
            <a:ext cx="9012237" cy="4767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tests check the system’s ability to perform at the installation site.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Requirements might include tolerance for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–"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heat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–"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humidity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–"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chemical presence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–"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portability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–"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electrical or magnetic fields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–"/>
            </a:pP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disruption of power, etc.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3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Summary Report</a:t>
            </a:r>
            <a:endParaRPr/>
          </a:p>
        </p:txBody>
      </p:sp>
      <p:sp>
        <p:nvSpPr>
          <p:cNvPr id="763" name="Google Shape;763;p7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Generated towards the end of testing phase.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Covers each subsystem: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summary of tests which have been applied to the subsystem.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4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Summary Report</a:t>
            </a:r>
            <a:endParaRPr/>
          </a:p>
        </p:txBody>
      </p:sp>
      <p:sp>
        <p:nvSpPr>
          <p:cNvPr id="770" name="Google Shape;770;p74"/>
          <p:cNvSpPr txBox="1">
            <a:spLocks noGrp="1"/>
          </p:cNvSpPr>
          <p:nvPr>
            <p:ph type="body" idx="1"/>
          </p:nvPr>
        </p:nvSpPr>
        <p:spPr>
          <a:xfrm>
            <a:off x="504825" y="1812925"/>
            <a:ext cx="9012237" cy="501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Specifies: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many tests have been applied to a subsystem,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many tests have been successful, </a:t>
            </a:r>
            <a:endParaRPr/>
          </a:p>
          <a:p>
            <a:pPr marL="858837" marR="0" lvl="1" indent="-285749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many have been unsuccessful, and the degree to which they have been unsuccessful,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e.g. whether a test was an outright failure 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or whether some expected results of the test were actually observed.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5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</a:t>
            </a:r>
            <a:endParaRPr/>
          </a:p>
        </p:txBody>
      </p:sp>
      <p:sp>
        <p:nvSpPr>
          <p:cNvPr id="777" name="Google Shape;777;p75"/>
          <p:cNvSpPr txBox="1">
            <a:spLocks noGrp="1"/>
          </p:cNvSpPr>
          <p:nvPr>
            <p:ph type="body" idx="1"/>
          </p:nvPr>
        </p:nvSpPr>
        <p:spPr>
          <a:xfrm>
            <a:off x="714375" y="16827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belong to either unit test, integration test, or system test.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stead, it is a separate dimension to these three forms of testing.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76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</a:t>
            </a:r>
            <a:endParaRPr/>
          </a:p>
        </p:txBody>
      </p:sp>
      <p:sp>
        <p:nvSpPr>
          <p:cNvPr id="784" name="Google Shape;784;p7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 is the running of test suite: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each change to the system after each bug fix.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CC"/>
                </a:solidFill>
                <a:latin typeface="Comic Sans MS"/>
                <a:ea typeface="Comic Sans MS"/>
                <a:cs typeface="Comic Sans MS"/>
                <a:sym typeface="Comic Sans MS"/>
              </a:rPr>
              <a:t>Ensures that no new bug has been introduced due to the change or the bug fix.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7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</a:t>
            </a:r>
            <a:endParaRPr/>
          </a:p>
        </p:txBody>
      </p:sp>
      <p:sp>
        <p:nvSpPr>
          <p:cNvPr id="791" name="Google Shape;791;p7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tests assure: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new system’s performance is at least as good as the old system.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Always used during incremental system development.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8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discussed two additional white box testing methodologies: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9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05" name="Google Shape;805;p7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flow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derive test cases based on definition and use of data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Mutation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arbitrary small changes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see if the existing test suite detect these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not, augment test suite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80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12" name="Google Shape;812;p80"/>
          <p:cNvSpPr txBox="1">
            <a:spLocks noGrp="1"/>
          </p:cNvSpPr>
          <p:nvPr>
            <p:ph type="body" idx="1"/>
          </p:nvPr>
        </p:nvSpPr>
        <p:spPr>
          <a:xfrm>
            <a:off x="739775" y="1581150"/>
            <a:ext cx="8601075" cy="509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Cause-effect graphing: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be used to automatically derive test cases from the SRS document.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Decision table derived from cause-effect graph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 column of the decision table forms a test case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1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36600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rgbClr val="33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19" name="Google Shape;819;p81"/>
          <p:cNvSpPr txBox="1">
            <a:spLocks noGrp="1"/>
          </p:cNvSpPr>
          <p:nvPr>
            <p:ph type="body" idx="1"/>
          </p:nvPr>
        </p:nvSpPr>
        <p:spPr>
          <a:xfrm>
            <a:off x="739775" y="1593850"/>
            <a:ext cx="8601075" cy="508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 integration plan by examining the structure chart: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approach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approach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bottom-up approach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approach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2"/>
          <p:cNvSpPr txBox="1">
            <a:spLocks noGrp="1"/>
          </p:cNvSpPr>
          <p:nvPr>
            <p:ph type="title"/>
          </p:nvPr>
        </p:nvSpPr>
        <p:spPr>
          <a:xfrm>
            <a:off x="447675" y="201612"/>
            <a:ext cx="8566150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Summary: System testing</a:t>
            </a:r>
            <a:endParaRPr/>
          </a:p>
        </p:txBody>
      </p:sp>
      <p:sp>
        <p:nvSpPr>
          <p:cNvPr id="826" name="Google Shape;826;p8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test</a:t>
            </a:r>
            <a:endParaRPr/>
          </a:p>
          <a:p>
            <a:pPr marL="427037" marR="0" lvl="0" indent="-322262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Performance test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volume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configuration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compatibility</a:t>
            </a:r>
            <a:endParaRPr/>
          </a:p>
          <a:p>
            <a:pPr marL="1290637" marR="0" lvl="2" indent="-212724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maintenance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2768</Words>
  <Application>Microsoft Office PowerPoint</Application>
  <PresentationFormat>Custom</PresentationFormat>
  <Paragraphs>489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0" baseType="lpstr">
      <vt:lpstr>Noto Sans Symbols</vt:lpstr>
      <vt:lpstr>Times</vt:lpstr>
      <vt:lpstr>Arial</vt:lpstr>
      <vt:lpstr>Comic Sans MS</vt:lpstr>
      <vt:lpstr>Times New Roman</vt:lpstr>
      <vt:lpstr>Arial Black</vt:lpstr>
      <vt:lpstr>Default Design</vt:lpstr>
      <vt:lpstr>Custom Design</vt:lpstr>
      <vt:lpstr>Program  Testing (Continued)       (Lecture 15)</vt:lpstr>
      <vt:lpstr>Organization of this Lecture:</vt:lpstr>
      <vt:lpstr>Data Flow-Based Testing</vt:lpstr>
      <vt:lpstr>Data Flow-Based Testing</vt:lpstr>
      <vt:lpstr>Data Flow-Based Testing</vt:lpstr>
      <vt:lpstr>DU Chain Example</vt:lpstr>
      <vt:lpstr>Definition-use chain (DU chain)</vt:lpstr>
      <vt:lpstr>Data Flow-Based Testing</vt:lpstr>
      <vt:lpstr>PowerPoint Presentation</vt:lpstr>
      <vt:lpstr>Data Flow-Based Testing</vt:lpstr>
      <vt:lpstr>Mutation Testing</vt:lpstr>
      <vt:lpstr>Mutation Testing</vt:lpstr>
      <vt:lpstr>Mutation Testing</vt:lpstr>
      <vt:lpstr>Mutation Testing</vt:lpstr>
      <vt:lpstr>Mutation Testing</vt:lpstr>
      <vt:lpstr>Mutation Testing</vt:lpstr>
      <vt:lpstr>Cause and Effect Graphs</vt:lpstr>
      <vt:lpstr>Cause and Effect Graphs</vt:lpstr>
      <vt:lpstr>Cause and Effect Graphs</vt:lpstr>
      <vt:lpstr>Steps to Create Cause-Effect Graph</vt:lpstr>
      <vt:lpstr>Steps to Create Cause-Effect Graph</vt:lpstr>
      <vt:lpstr>Drawing Cause-Effect Graphs</vt:lpstr>
      <vt:lpstr>Drawing Cause-Effect Graphs</vt:lpstr>
      <vt:lpstr>Drawing Cause-Effect Graphs</vt:lpstr>
      <vt:lpstr>Cause effect graph- Example</vt:lpstr>
      <vt:lpstr>Cause effect graph- Example</vt:lpstr>
      <vt:lpstr>Cause effect graph- Example</vt:lpstr>
      <vt:lpstr>Cause effect graph- Example</vt:lpstr>
      <vt:lpstr>Cause effect graph- Example</vt:lpstr>
      <vt:lpstr>Cause effect graph- Example</vt:lpstr>
      <vt:lpstr>Cause effect graph- Example</vt:lpstr>
      <vt:lpstr>Cause effect graph- Decision table</vt:lpstr>
      <vt:lpstr>Cause effect graph- Example</vt:lpstr>
      <vt:lpstr>Cause effect graph- Example</vt:lpstr>
      <vt:lpstr>Cause effect graph- Example</vt:lpstr>
      <vt:lpstr>Testing</vt:lpstr>
      <vt:lpstr>Integration testing</vt:lpstr>
      <vt:lpstr>System Testing</vt:lpstr>
      <vt:lpstr>Integration Testing</vt:lpstr>
      <vt:lpstr> Example Structured Design</vt:lpstr>
      <vt:lpstr>Big bang Integration Testing</vt:lpstr>
      <vt:lpstr>Big bang Integration Testing</vt:lpstr>
      <vt:lpstr>Bottom-up Integration Testing</vt:lpstr>
      <vt:lpstr>Top-down integration testing</vt:lpstr>
      <vt:lpstr>Mixed integration testing</vt:lpstr>
      <vt:lpstr>Integration Testing</vt:lpstr>
      <vt:lpstr>Phased versus Incremental Integration Testing</vt:lpstr>
      <vt:lpstr>Phased versus Incremental Integration Testing</vt:lpstr>
      <vt:lpstr>Phased versus Incremental Integration Testing</vt:lpstr>
      <vt:lpstr>System Testing</vt:lpstr>
      <vt:lpstr>System Testing</vt:lpstr>
      <vt:lpstr>Alpha testing</vt:lpstr>
      <vt:lpstr>Beta Testing</vt:lpstr>
      <vt:lpstr>Acceptance Testing</vt:lpstr>
      <vt:lpstr>System Testing</vt:lpstr>
      <vt:lpstr>Performance Testing</vt:lpstr>
      <vt:lpstr>Stress testing</vt:lpstr>
      <vt:lpstr>Stress testing</vt:lpstr>
      <vt:lpstr>Stress Testing</vt:lpstr>
      <vt:lpstr>Stress Testing</vt:lpstr>
      <vt:lpstr>Stress Testing</vt:lpstr>
      <vt:lpstr>Volume Testing</vt:lpstr>
      <vt:lpstr>Configuration Testing</vt:lpstr>
      <vt:lpstr>Compatibility Testing</vt:lpstr>
      <vt:lpstr>Compatibility testing Example</vt:lpstr>
      <vt:lpstr>Recovery Testing</vt:lpstr>
      <vt:lpstr>Maintenance Testing</vt:lpstr>
      <vt:lpstr>Maintenance Testing</vt:lpstr>
      <vt:lpstr>Documentation tests</vt:lpstr>
      <vt:lpstr>Documentation tests</vt:lpstr>
      <vt:lpstr>Usability tests</vt:lpstr>
      <vt:lpstr>Environmental test</vt:lpstr>
      <vt:lpstr>Test Summary Report</vt:lpstr>
      <vt:lpstr>Test Summary Report</vt:lpstr>
      <vt:lpstr>Regression Testing</vt:lpstr>
      <vt:lpstr>Regression testing</vt:lpstr>
      <vt:lpstr>Regression testing</vt:lpstr>
      <vt:lpstr>Summary</vt:lpstr>
      <vt:lpstr>Summary</vt:lpstr>
      <vt:lpstr> Summary</vt:lpstr>
      <vt:lpstr> Summary</vt:lpstr>
      <vt:lpstr>Summary: System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106263</cp:lastModifiedBy>
  <cp:revision>1</cp:revision>
  <dcterms:modified xsi:type="dcterms:W3CDTF">2025-09-16T03:55:14Z</dcterms:modified>
</cp:coreProperties>
</file>