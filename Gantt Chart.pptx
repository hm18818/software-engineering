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1"/>
    <p:sldMasterId id="2147483706" r:id="rId2"/>
    <p:sldMasterId id="2147483712" r:id="rId3"/>
    <p:sldMasterId id="2147483724" r:id="rId4"/>
  </p:sldMasterIdLst>
  <p:notesMasterIdLst>
    <p:notesMasterId r:id="rId14"/>
  </p:notesMasterIdLst>
  <p:handoutMasterIdLst>
    <p:handoutMasterId r:id="rId15"/>
  </p:handoutMasterIdLst>
  <p:sldIdLst>
    <p:sldId id="446" r:id="rId5"/>
    <p:sldId id="447" r:id="rId6"/>
    <p:sldId id="449" r:id="rId7"/>
    <p:sldId id="453" r:id="rId8"/>
    <p:sldId id="454" r:id="rId9"/>
    <p:sldId id="455" r:id="rId10"/>
    <p:sldId id="456" r:id="rId11"/>
    <p:sldId id="441" r:id="rId12"/>
    <p:sldId id="43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72" userDrawn="1">
          <p15:clr>
            <a:srgbClr val="A4A3A4"/>
          </p15:clr>
        </p15:guide>
        <p15:guide id="2" pos="288" userDrawn="1">
          <p15:clr>
            <a:srgbClr val="F26B43"/>
          </p15:clr>
        </p15:guide>
        <p15:guide id="3" orient="horz" pos="4056" userDrawn="1">
          <p15:clr>
            <a:srgbClr val="F26B43"/>
          </p15:clr>
        </p15:guide>
        <p15:guide id="4" orient="horz" pos="1488" userDrawn="1">
          <p15:clr>
            <a:srgbClr val="A4A3A4"/>
          </p15:clr>
        </p15:guide>
        <p15:guide id="5" pos="3816" userDrawn="1">
          <p15:clr>
            <a:srgbClr val="A4A3A4"/>
          </p15:clr>
        </p15:guide>
        <p15:guide id="6" pos="7416" userDrawn="1">
          <p15:clr>
            <a:srgbClr val="F26B43"/>
          </p15:clr>
        </p15:guide>
        <p15:guide id="7" orient="horz" pos="312" userDrawn="1">
          <p15:clr>
            <a:srgbClr val="F26B43"/>
          </p15:clr>
        </p15:guide>
        <p15:guide id="8" orient="horz" pos="2160" userDrawn="1">
          <p15:clr>
            <a:srgbClr val="A4A3A4"/>
          </p15:clr>
        </p15:guide>
        <p15:guide id="9" orient="horz" pos="230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C5896"/>
    <a:srgbClr val="7C6560"/>
    <a:srgbClr val="29282D"/>
    <a:srgbClr val="E288B6"/>
    <a:srgbClr val="D75078"/>
    <a:srgbClr val="B38F6A"/>
    <a:srgbClr val="6667AB"/>
    <a:srgbClr val="BBBBBB"/>
    <a:srgbClr val="B9B9B9"/>
    <a:srgbClr val="85A0A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668" y="44"/>
      </p:cViewPr>
      <p:guideLst>
        <p:guide orient="horz" pos="3672"/>
        <p:guide pos="288"/>
        <p:guide orient="horz" pos="4056"/>
        <p:guide orient="horz" pos="1488"/>
        <p:guide pos="3816"/>
        <p:guide pos="7416"/>
        <p:guide orient="horz" pos="312"/>
        <p:guide orient="horz" pos="2160"/>
        <p:guide orient="horz" pos="2304"/>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2640" y="-6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B3440B4-626E-4F3C-BAEA-93BE989AF4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53A5570-8E4E-4AA9-B246-5A27A383B9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54A69E4-EFBB-4687-8058-A94EE1B5781B}" type="datetimeFigureOut">
              <a:rPr lang="en-US" smtClean="0"/>
              <a:t>8/25/2022</a:t>
            </a:fld>
            <a:endParaRPr lang="en-US" dirty="0"/>
          </a:p>
        </p:txBody>
      </p:sp>
      <p:sp>
        <p:nvSpPr>
          <p:cNvPr id="4" name="Footer Placeholder 3">
            <a:extLst>
              <a:ext uri="{FF2B5EF4-FFF2-40B4-BE49-F238E27FC236}">
                <a16:creationId xmlns:a16="http://schemas.microsoft.com/office/drawing/2014/main" id="{D50D364A-9468-466A-ACCD-ABB3762BE8B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E9EF394-4AD6-48D1-9C4C-1B3D44BBF58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2004FE7-BA7C-4FF4-9756-C6A1F2BCA37F}" type="slidenum">
              <a:rPr lang="en-US" smtClean="0"/>
              <a:t>‹#›</a:t>
            </a:fld>
            <a:endParaRPr lang="en-US" dirty="0"/>
          </a:p>
        </p:txBody>
      </p:sp>
    </p:spTree>
    <p:extLst>
      <p:ext uri="{BB962C8B-B14F-4D97-AF65-F5344CB8AC3E}">
        <p14:creationId xmlns:p14="http://schemas.microsoft.com/office/powerpoint/2010/main" val="20977173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E546B2-EB9C-4E9C-8793-C25F32D58B9A}" type="datetimeFigureOut">
              <a:rPr lang="en-US" smtClean="0"/>
              <a:t>8/25/2022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83F1C3-4FA3-4491-97F4-43CA9C8BDFDF}" type="slidenum">
              <a:rPr lang="en-US" smtClean="0"/>
              <a:t>‹#›</a:t>
            </a:fld>
            <a:endParaRPr lang="en-US" dirty="0"/>
          </a:p>
        </p:txBody>
      </p:sp>
    </p:spTree>
    <p:extLst>
      <p:ext uri="{BB962C8B-B14F-4D97-AF65-F5344CB8AC3E}">
        <p14:creationId xmlns:p14="http://schemas.microsoft.com/office/powerpoint/2010/main" val="3796346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83F1C3-4FA3-4491-97F4-43CA9C8BDFDF}" type="slidenum">
              <a:rPr lang="en-US" smtClean="0"/>
              <a:t>1</a:t>
            </a:fld>
            <a:endParaRPr lang="en-US" dirty="0"/>
          </a:p>
        </p:txBody>
      </p:sp>
    </p:spTree>
    <p:extLst>
      <p:ext uri="{BB962C8B-B14F-4D97-AF65-F5344CB8AC3E}">
        <p14:creationId xmlns:p14="http://schemas.microsoft.com/office/powerpoint/2010/main" val="36319560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83F1C3-4FA3-4491-97F4-43CA9C8BDFDF}" type="slidenum">
              <a:rPr lang="en-US" smtClean="0"/>
              <a:t>2</a:t>
            </a:fld>
            <a:endParaRPr lang="en-US" dirty="0"/>
          </a:p>
        </p:txBody>
      </p:sp>
    </p:spTree>
    <p:extLst>
      <p:ext uri="{BB962C8B-B14F-4D97-AF65-F5344CB8AC3E}">
        <p14:creationId xmlns:p14="http://schemas.microsoft.com/office/powerpoint/2010/main" val="2744080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F9C7667-EADA-40AC-B931-4642E0A9A4DE}"/>
              </a:ext>
            </a:extLst>
          </p:cNvPr>
          <p:cNvSpPr>
            <a:spLocks noGrp="1"/>
          </p:cNvSpPr>
          <p:nvPr>
            <p:ph type="pic" sz="quarter" idx="13"/>
          </p:nvPr>
        </p:nvSpPr>
        <p:spPr>
          <a:xfrm>
            <a:off x="0" y="0"/>
            <a:ext cx="12192000" cy="6858000"/>
          </a:xfrm>
          <a:prstGeom prst="rect">
            <a:avLst/>
          </a:prstGeom>
          <a:solidFill>
            <a:schemeClr val="tx1">
              <a:lumMod val="65000"/>
              <a:lumOff val="35000"/>
            </a:schemeClr>
          </a:solidFill>
        </p:spPr>
        <p:txBody>
          <a:bodyPr anchor="ctr"/>
          <a:lstStyle>
            <a:lvl1pPr marL="0" indent="0" algn="ctr">
              <a:buNone/>
              <a:defRPr>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43379CA9-81D6-424A-8046-4B56E1D25059}"/>
              </a:ext>
            </a:extLst>
          </p:cNvPr>
          <p:cNvSpPr>
            <a:spLocks noGrp="1"/>
          </p:cNvSpPr>
          <p:nvPr>
            <p:ph type="title"/>
          </p:nvPr>
        </p:nvSpPr>
        <p:spPr>
          <a:xfrm>
            <a:off x="457200" y="4517136"/>
            <a:ext cx="6581554" cy="1371600"/>
          </a:xfrm>
        </p:spPr>
        <p:txBody>
          <a:bodyPr>
            <a:normAutofit/>
          </a:bodyPr>
          <a:lstStyle>
            <a:lvl1pPr>
              <a:lnSpc>
                <a:spcPts val="4600"/>
              </a:lnSpc>
              <a:defRPr sz="3600" cap="all"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6502427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F9C7667-EADA-40AC-B931-4642E0A9A4DE}"/>
              </a:ext>
            </a:extLst>
          </p:cNvPr>
          <p:cNvSpPr>
            <a:spLocks noGrp="1"/>
          </p:cNvSpPr>
          <p:nvPr>
            <p:ph type="pic" sz="quarter" idx="13"/>
          </p:nvPr>
        </p:nvSpPr>
        <p:spPr>
          <a:xfrm>
            <a:off x="0" y="0"/>
            <a:ext cx="12192000" cy="6858000"/>
          </a:xfrm>
          <a:prstGeom prst="rect">
            <a:avLst/>
          </a:prstGeom>
          <a:solidFill>
            <a:schemeClr val="tx1">
              <a:lumMod val="50000"/>
              <a:lumOff val="50000"/>
            </a:schemeClr>
          </a:solidFill>
        </p:spPr>
        <p:txBody>
          <a:bodyPr anchor="ctr"/>
          <a:lstStyle>
            <a:lvl1pPr marL="0" indent="0">
              <a:buNone/>
              <a:defRPr>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43379CA9-81D6-424A-8046-4B56E1D25059}"/>
              </a:ext>
            </a:extLst>
          </p:cNvPr>
          <p:cNvSpPr>
            <a:spLocks noGrp="1"/>
          </p:cNvSpPr>
          <p:nvPr>
            <p:ph type="title"/>
          </p:nvPr>
        </p:nvSpPr>
        <p:spPr/>
        <p:txBody>
          <a:bodyPr/>
          <a:lstStyle>
            <a:lvl1pPr>
              <a:defRPr cap="all" baseline="0">
                <a:solidFill>
                  <a:schemeClr val="bg1"/>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2A60302F-65DB-4E93-B6C3-49E64C44FB53}"/>
              </a:ext>
            </a:extLst>
          </p:cNvPr>
          <p:cNvSpPr>
            <a:spLocks noGrp="1"/>
          </p:cNvSpPr>
          <p:nvPr>
            <p:ph type="body" sz="quarter" idx="14" hasCustomPrompt="1"/>
          </p:nvPr>
        </p:nvSpPr>
        <p:spPr>
          <a:xfrm>
            <a:off x="3429000" y="2240280"/>
            <a:ext cx="4645152" cy="4197096"/>
          </a:xfrm>
          <a:prstGeom prst="rect">
            <a:avLst/>
          </a:prstGeom>
        </p:spPr>
        <p:txBody>
          <a:bodyPr/>
          <a:lstStyle>
            <a:lvl1pPr marL="0" indent="0">
              <a:lnSpc>
                <a:spcPts val="2800"/>
              </a:lnSpc>
              <a:spcBef>
                <a:spcPts val="0"/>
              </a:spcBef>
              <a:buNone/>
              <a:defRPr sz="18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dirty="0"/>
              <a:t>Click to edit text</a:t>
            </a:r>
          </a:p>
        </p:txBody>
      </p:sp>
      <p:sp>
        <p:nvSpPr>
          <p:cNvPr id="7" name="Text Placeholder 6">
            <a:extLst>
              <a:ext uri="{FF2B5EF4-FFF2-40B4-BE49-F238E27FC236}">
                <a16:creationId xmlns:a16="http://schemas.microsoft.com/office/drawing/2014/main" id="{EC1CB8E8-F58A-4B26-B8AA-8977FC608E83}"/>
              </a:ext>
            </a:extLst>
          </p:cNvPr>
          <p:cNvSpPr>
            <a:spLocks noGrp="1"/>
          </p:cNvSpPr>
          <p:nvPr>
            <p:ph type="body" sz="quarter" idx="15" hasCustomPrompt="1"/>
          </p:nvPr>
        </p:nvSpPr>
        <p:spPr>
          <a:xfrm>
            <a:off x="630936" y="4498848"/>
            <a:ext cx="2121408" cy="621792"/>
          </a:xfrm>
          <a:prstGeom prst="rect">
            <a:avLst/>
          </a:prstGeom>
        </p:spPr>
        <p:txBody>
          <a:bodyPr lIns="0"/>
          <a:lstStyle>
            <a:lvl1pPr marL="0" indent="0">
              <a:lnSpc>
                <a:spcPts val="1800"/>
              </a:lnSpc>
              <a:spcBef>
                <a:spcPts val="0"/>
              </a:spcBef>
              <a:buNone/>
              <a:defRPr sz="1200" b="1"/>
            </a:lvl1pPr>
            <a:lvl2pPr marL="457200" indent="0">
              <a:lnSpc>
                <a:spcPts val="1800"/>
              </a:lnSpc>
              <a:spcBef>
                <a:spcPts val="0"/>
              </a:spcBef>
              <a:buNone/>
              <a:defRPr sz="1200" b="1"/>
            </a:lvl2pPr>
            <a:lvl3pPr marL="914400" indent="0">
              <a:lnSpc>
                <a:spcPts val="1800"/>
              </a:lnSpc>
              <a:spcBef>
                <a:spcPts val="0"/>
              </a:spcBef>
              <a:buNone/>
              <a:defRPr sz="1200" b="1"/>
            </a:lvl3pPr>
            <a:lvl4pPr marL="1371600" indent="0">
              <a:lnSpc>
                <a:spcPts val="1800"/>
              </a:lnSpc>
              <a:spcBef>
                <a:spcPts val="0"/>
              </a:spcBef>
              <a:buNone/>
              <a:defRPr sz="1200" b="1"/>
            </a:lvl4pPr>
            <a:lvl5pPr marL="1828800" indent="0">
              <a:lnSpc>
                <a:spcPts val="1800"/>
              </a:lnSpc>
              <a:spcBef>
                <a:spcPts val="0"/>
              </a:spcBef>
              <a:buNone/>
              <a:defRPr sz="1200" b="1"/>
            </a:lvl5pPr>
          </a:lstStyle>
          <a:p>
            <a:pPr lvl="0"/>
            <a:r>
              <a:rPr lang="en-US"/>
              <a:t>Click to text</a:t>
            </a:r>
          </a:p>
        </p:txBody>
      </p:sp>
    </p:spTree>
    <p:extLst>
      <p:ext uri="{BB962C8B-B14F-4D97-AF65-F5344CB8AC3E}">
        <p14:creationId xmlns:p14="http://schemas.microsoft.com/office/powerpoint/2010/main" val="1980593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alette Balance act">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79CA9-81D6-424A-8046-4B56E1D25059}"/>
              </a:ext>
            </a:extLst>
          </p:cNvPr>
          <p:cNvSpPr>
            <a:spLocks noGrp="1"/>
          </p:cNvSpPr>
          <p:nvPr>
            <p:ph type="title" hasCustomPrompt="1"/>
          </p:nvPr>
        </p:nvSpPr>
        <p:spPr>
          <a:xfrm>
            <a:off x="457199" y="2569464"/>
            <a:ext cx="3619501" cy="1179576"/>
          </a:xfrm>
        </p:spPr>
        <p:txBody>
          <a:bodyPr anchor="b" anchorCtr="0">
            <a:normAutofit/>
          </a:bodyPr>
          <a:lstStyle>
            <a:lvl1pPr>
              <a:lnSpc>
                <a:spcPts val="4000"/>
              </a:lnSpc>
              <a:defRPr sz="3200" cap="all" baseline="0"/>
            </a:lvl1pPr>
          </a:lstStyle>
          <a:p>
            <a:r>
              <a:rPr lang="en-US" dirty="0"/>
              <a:t>Click to edit title</a:t>
            </a:r>
          </a:p>
        </p:txBody>
      </p:sp>
      <p:sp>
        <p:nvSpPr>
          <p:cNvPr id="9" name="Picture Placeholder 8">
            <a:extLst>
              <a:ext uri="{FF2B5EF4-FFF2-40B4-BE49-F238E27FC236}">
                <a16:creationId xmlns:a16="http://schemas.microsoft.com/office/drawing/2014/main" id="{B2F51F73-5064-47F8-83FD-440E0ED1950B}"/>
              </a:ext>
            </a:extLst>
          </p:cNvPr>
          <p:cNvSpPr>
            <a:spLocks noGrp="1"/>
          </p:cNvSpPr>
          <p:nvPr>
            <p:ph type="pic" sz="quarter" idx="13"/>
          </p:nvPr>
        </p:nvSpPr>
        <p:spPr>
          <a:xfrm>
            <a:off x="4279392" y="1463040"/>
            <a:ext cx="1499616" cy="2194560"/>
          </a:xfrm>
          <a:prstGeom prst="rect">
            <a:avLst/>
          </a:prstGeom>
        </p:spPr>
        <p:txBody>
          <a:bodyPr/>
          <a:lstStyle>
            <a:lvl1pPr>
              <a:defRPr sz="2000"/>
            </a:lvl1pPr>
          </a:lstStyle>
          <a:p>
            <a:r>
              <a:rPr lang="en-US"/>
              <a:t>Click icon to add picture</a:t>
            </a:r>
            <a:endParaRPr lang="en-US" dirty="0"/>
          </a:p>
        </p:txBody>
      </p:sp>
      <p:sp>
        <p:nvSpPr>
          <p:cNvPr id="18" name="Picture Placeholder 8">
            <a:extLst>
              <a:ext uri="{FF2B5EF4-FFF2-40B4-BE49-F238E27FC236}">
                <a16:creationId xmlns:a16="http://schemas.microsoft.com/office/drawing/2014/main" id="{06FF689A-8221-42E8-96D4-ED4D3AD501F8}"/>
              </a:ext>
            </a:extLst>
          </p:cNvPr>
          <p:cNvSpPr>
            <a:spLocks noGrp="1"/>
          </p:cNvSpPr>
          <p:nvPr>
            <p:ph type="pic" sz="quarter" idx="14"/>
          </p:nvPr>
        </p:nvSpPr>
        <p:spPr>
          <a:xfrm>
            <a:off x="6227064" y="1463040"/>
            <a:ext cx="1499616" cy="2194560"/>
          </a:xfrm>
          <a:prstGeom prst="rect">
            <a:avLst/>
          </a:prstGeom>
        </p:spPr>
        <p:txBody>
          <a:bodyPr/>
          <a:lstStyle>
            <a:lvl1pPr>
              <a:defRPr sz="2000"/>
            </a:lvl1pPr>
          </a:lstStyle>
          <a:p>
            <a:r>
              <a:rPr lang="en-US"/>
              <a:t>Click icon to add picture</a:t>
            </a:r>
            <a:endParaRPr lang="en-US" dirty="0"/>
          </a:p>
        </p:txBody>
      </p:sp>
      <p:sp>
        <p:nvSpPr>
          <p:cNvPr id="19" name="Picture Placeholder 8">
            <a:extLst>
              <a:ext uri="{FF2B5EF4-FFF2-40B4-BE49-F238E27FC236}">
                <a16:creationId xmlns:a16="http://schemas.microsoft.com/office/drawing/2014/main" id="{96424DB2-4D46-493F-A5B8-8901EDA394F2}"/>
              </a:ext>
            </a:extLst>
          </p:cNvPr>
          <p:cNvSpPr>
            <a:spLocks noGrp="1"/>
          </p:cNvSpPr>
          <p:nvPr>
            <p:ph type="pic" sz="quarter" idx="15"/>
          </p:nvPr>
        </p:nvSpPr>
        <p:spPr>
          <a:xfrm>
            <a:off x="8174736" y="1463040"/>
            <a:ext cx="1499616" cy="2194560"/>
          </a:xfrm>
          <a:prstGeom prst="rect">
            <a:avLst/>
          </a:prstGeom>
        </p:spPr>
        <p:txBody>
          <a:bodyPr/>
          <a:lstStyle>
            <a:lvl1pPr>
              <a:defRPr sz="2000"/>
            </a:lvl1pPr>
          </a:lstStyle>
          <a:p>
            <a:r>
              <a:rPr lang="en-US"/>
              <a:t>Click icon to add picture</a:t>
            </a:r>
            <a:endParaRPr lang="en-US" dirty="0"/>
          </a:p>
        </p:txBody>
      </p:sp>
      <p:sp>
        <p:nvSpPr>
          <p:cNvPr id="20" name="Picture Placeholder 8">
            <a:extLst>
              <a:ext uri="{FF2B5EF4-FFF2-40B4-BE49-F238E27FC236}">
                <a16:creationId xmlns:a16="http://schemas.microsoft.com/office/drawing/2014/main" id="{0AF2B6E1-5738-41B1-8C15-EA6715490140}"/>
              </a:ext>
            </a:extLst>
          </p:cNvPr>
          <p:cNvSpPr>
            <a:spLocks noGrp="1"/>
          </p:cNvSpPr>
          <p:nvPr>
            <p:ph type="pic" sz="quarter" idx="16"/>
          </p:nvPr>
        </p:nvSpPr>
        <p:spPr>
          <a:xfrm>
            <a:off x="10122408" y="1463040"/>
            <a:ext cx="1499616" cy="2194560"/>
          </a:xfrm>
          <a:prstGeom prst="rect">
            <a:avLst/>
          </a:prstGeom>
        </p:spPr>
        <p:txBody>
          <a:bodyPr/>
          <a:lstStyle>
            <a:lvl1pPr>
              <a:defRPr sz="2000"/>
            </a:lvl1pPr>
          </a:lstStyle>
          <a:p>
            <a:r>
              <a:rPr lang="en-US"/>
              <a:t>Click icon to add picture</a:t>
            </a:r>
            <a:endParaRPr lang="en-US" dirty="0"/>
          </a:p>
        </p:txBody>
      </p:sp>
      <p:sp>
        <p:nvSpPr>
          <p:cNvPr id="21" name="Picture Placeholder 8">
            <a:extLst>
              <a:ext uri="{FF2B5EF4-FFF2-40B4-BE49-F238E27FC236}">
                <a16:creationId xmlns:a16="http://schemas.microsoft.com/office/drawing/2014/main" id="{6C8D73EB-347C-4E13-94C8-FA8FADE46559}"/>
              </a:ext>
            </a:extLst>
          </p:cNvPr>
          <p:cNvSpPr>
            <a:spLocks noGrp="1"/>
          </p:cNvSpPr>
          <p:nvPr>
            <p:ph type="pic" sz="quarter" idx="17"/>
          </p:nvPr>
        </p:nvSpPr>
        <p:spPr>
          <a:xfrm>
            <a:off x="4279392" y="4087368"/>
            <a:ext cx="1499616" cy="2194560"/>
          </a:xfrm>
          <a:prstGeom prst="rect">
            <a:avLst/>
          </a:prstGeom>
        </p:spPr>
        <p:txBody>
          <a:bodyPr/>
          <a:lstStyle>
            <a:lvl1pPr>
              <a:defRPr sz="2000"/>
            </a:lvl1pPr>
          </a:lstStyle>
          <a:p>
            <a:r>
              <a:rPr lang="en-US"/>
              <a:t>Click icon to add picture</a:t>
            </a:r>
            <a:endParaRPr lang="en-US" dirty="0"/>
          </a:p>
        </p:txBody>
      </p:sp>
      <p:sp>
        <p:nvSpPr>
          <p:cNvPr id="22" name="Picture Placeholder 8">
            <a:extLst>
              <a:ext uri="{FF2B5EF4-FFF2-40B4-BE49-F238E27FC236}">
                <a16:creationId xmlns:a16="http://schemas.microsoft.com/office/drawing/2014/main" id="{9DFA5C56-9B47-4F87-8E12-30A936274F1B}"/>
              </a:ext>
            </a:extLst>
          </p:cNvPr>
          <p:cNvSpPr>
            <a:spLocks noGrp="1"/>
          </p:cNvSpPr>
          <p:nvPr>
            <p:ph type="pic" sz="quarter" idx="18"/>
          </p:nvPr>
        </p:nvSpPr>
        <p:spPr>
          <a:xfrm>
            <a:off x="6227064" y="4087368"/>
            <a:ext cx="1499616" cy="2194560"/>
          </a:xfrm>
          <a:prstGeom prst="rect">
            <a:avLst/>
          </a:prstGeom>
        </p:spPr>
        <p:txBody>
          <a:bodyPr/>
          <a:lstStyle>
            <a:lvl1pPr>
              <a:defRPr sz="2000"/>
            </a:lvl1pPr>
          </a:lstStyle>
          <a:p>
            <a:r>
              <a:rPr lang="en-US"/>
              <a:t>Click icon to add picture</a:t>
            </a:r>
            <a:endParaRPr lang="en-US" dirty="0"/>
          </a:p>
        </p:txBody>
      </p:sp>
      <p:sp>
        <p:nvSpPr>
          <p:cNvPr id="23" name="Picture Placeholder 8">
            <a:extLst>
              <a:ext uri="{FF2B5EF4-FFF2-40B4-BE49-F238E27FC236}">
                <a16:creationId xmlns:a16="http://schemas.microsoft.com/office/drawing/2014/main" id="{1E3B5888-98ED-48E4-8AA8-5BAB43F8516C}"/>
              </a:ext>
            </a:extLst>
          </p:cNvPr>
          <p:cNvSpPr>
            <a:spLocks noGrp="1"/>
          </p:cNvSpPr>
          <p:nvPr>
            <p:ph type="pic" sz="quarter" idx="19"/>
          </p:nvPr>
        </p:nvSpPr>
        <p:spPr>
          <a:xfrm>
            <a:off x="8174736" y="4087368"/>
            <a:ext cx="1499616" cy="2194560"/>
          </a:xfrm>
          <a:prstGeom prst="rect">
            <a:avLst/>
          </a:prstGeom>
        </p:spPr>
        <p:txBody>
          <a:bodyPr/>
          <a:lstStyle>
            <a:lvl1pPr>
              <a:defRPr sz="2000"/>
            </a:lvl1pPr>
          </a:lstStyle>
          <a:p>
            <a:r>
              <a:rPr lang="en-US"/>
              <a:t>Click icon to add picture</a:t>
            </a:r>
            <a:endParaRPr lang="en-US" dirty="0"/>
          </a:p>
        </p:txBody>
      </p:sp>
      <p:sp>
        <p:nvSpPr>
          <p:cNvPr id="24" name="Picture Placeholder 8">
            <a:extLst>
              <a:ext uri="{FF2B5EF4-FFF2-40B4-BE49-F238E27FC236}">
                <a16:creationId xmlns:a16="http://schemas.microsoft.com/office/drawing/2014/main" id="{569C9EE3-34D1-4DE0-B06C-2F6212F7C329}"/>
              </a:ext>
            </a:extLst>
          </p:cNvPr>
          <p:cNvSpPr>
            <a:spLocks noGrp="1"/>
          </p:cNvSpPr>
          <p:nvPr>
            <p:ph type="pic" sz="quarter" idx="20"/>
          </p:nvPr>
        </p:nvSpPr>
        <p:spPr>
          <a:xfrm>
            <a:off x="10122408" y="4087368"/>
            <a:ext cx="1499616" cy="2194560"/>
          </a:xfrm>
          <a:prstGeom prst="rect">
            <a:avLst/>
          </a:prstGeom>
        </p:spPr>
        <p:txBody>
          <a:bodyPr/>
          <a:lstStyle>
            <a:lvl1pPr>
              <a:defRPr sz="2000"/>
            </a:lvl1pPr>
          </a:lstStyle>
          <a:p>
            <a:r>
              <a:rPr lang="en-US"/>
              <a:t>Click icon to add picture</a:t>
            </a:r>
            <a:endParaRPr lang="en-US" dirty="0"/>
          </a:p>
        </p:txBody>
      </p:sp>
    </p:spTree>
    <p:extLst>
      <p:ext uri="{BB962C8B-B14F-4D97-AF65-F5344CB8AC3E}">
        <p14:creationId xmlns:p14="http://schemas.microsoft.com/office/powerpoint/2010/main" val="29019032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mmersive palette Balancing Act">
    <p:bg>
      <p:bgPr>
        <a:solidFill>
          <a:schemeClr val="accent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0869985-B973-4011-9FA2-83D7EBB2EA53}"/>
              </a:ext>
            </a:extLst>
          </p:cNvPr>
          <p:cNvSpPr/>
          <p:nvPr userDrawn="1"/>
        </p:nvSpPr>
        <p:spPr>
          <a:xfrm>
            <a:off x="0" y="2400300"/>
            <a:ext cx="4267200" cy="4457700"/>
          </a:xfrm>
          <a:prstGeom prst="rect">
            <a:avLst/>
          </a:prstGeom>
          <a:solidFill>
            <a:srgbClr val="D293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3379CA9-81D6-424A-8046-4B56E1D25059}"/>
              </a:ext>
            </a:extLst>
          </p:cNvPr>
          <p:cNvSpPr>
            <a:spLocks noGrp="1"/>
          </p:cNvSpPr>
          <p:nvPr>
            <p:ph type="title"/>
          </p:nvPr>
        </p:nvSpPr>
        <p:spPr>
          <a:xfrm>
            <a:off x="457199" y="1399032"/>
            <a:ext cx="3619501" cy="877824"/>
          </a:xfrm>
        </p:spPr>
        <p:txBody>
          <a:bodyPr/>
          <a:lstStyle>
            <a:lvl1pPr>
              <a:defRPr cap="all" baseline="0">
                <a:solidFill>
                  <a:schemeClr val="bg1"/>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2A60302F-65DB-4E93-B6C3-49E64C44FB53}"/>
              </a:ext>
            </a:extLst>
          </p:cNvPr>
          <p:cNvSpPr>
            <a:spLocks noGrp="1"/>
          </p:cNvSpPr>
          <p:nvPr>
            <p:ph type="body" sz="quarter" idx="14" hasCustomPrompt="1"/>
          </p:nvPr>
        </p:nvSpPr>
        <p:spPr>
          <a:xfrm>
            <a:off x="457200" y="2779776"/>
            <a:ext cx="3465576" cy="3255264"/>
          </a:xfrm>
          <a:prstGeom prst="rect">
            <a:avLst/>
          </a:prstGeom>
        </p:spPr>
        <p:txBody>
          <a:bodyPr/>
          <a:lstStyle>
            <a:lvl1pPr marL="0" indent="0">
              <a:lnSpc>
                <a:spcPts val="3000"/>
              </a:lnSpc>
              <a:spcBef>
                <a:spcPts val="0"/>
              </a:spcBef>
              <a:buNone/>
              <a:defRPr sz="18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dirty="0"/>
              <a:t>Click to edit text</a:t>
            </a:r>
          </a:p>
        </p:txBody>
      </p:sp>
      <p:sp>
        <p:nvSpPr>
          <p:cNvPr id="7" name="Picture Placeholder 6">
            <a:extLst>
              <a:ext uri="{FF2B5EF4-FFF2-40B4-BE49-F238E27FC236}">
                <a16:creationId xmlns:a16="http://schemas.microsoft.com/office/drawing/2014/main" id="{9A66F217-0E52-4AD8-82BA-AB332C59638C}"/>
              </a:ext>
            </a:extLst>
          </p:cNvPr>
          <p:cNvSpPr>
            <a:spLocks noGrp="1"/>
          </p:cNvSpPr>
          <p:nvPr>
            <p:ph type="pic" sz="quarter" idx="15"/>
          </p:nvPr>
        </p:nvSpPr>
        <p:spPr>
          <a:xfrm>
            <a:off x="4254500" y="0"/>
            <a:ext cx="7480300" cy="6858000"/>
          </a:xfrm>
          <a:prstGeom prst="rect">
            <a:avLst/>
          </a:prstGeom>
        </p:spPr>
        <p:txBody>
          <a:bodyPr anchor="ctr"/>
          <a:lstStyle>
            <a:lvl1pPr marL="0" indent="0" algn="ctr">
              <a:buNone/>
              <a:defRPr>
                <a:solidFill>
                  <a:schemeClr val="bg1"/>
                </a:solidFill>
              </a:defRPr>
            </a:lvl1pPr>
          </a:lstStyle>
          <a:p>
            <a:r>
              <a:rPr lang="en-US"/>
              <a:t>Click icon to add picture</a:t>
            </a:r>
            <a:endParaRPr lang="en-US" dirty="0"/>
          </a:p>
        </p:txBody>
      </p:sp>
      <p:sp>
        <p:nvSpPr>
          <p:cNvPr id="8" name="Rectangle 7">
            <a:extLst>
              <a:ext uri="{FF2B5EF4-FFF2-40B4-BE49-F238E27FC236}">
                <a16:creationId xmlns:a16="http://schemas.microsoft.com/office/drawing/2014/main" id="{E75D44F0-DADD-4DCC-82EC-FDB3E9878AA9}"/>
              </a:ext>
            </a:extLst>
          </p:cNvPr>
          <p:cNvSpPr/>
          <p:nvPr userDrawn="1"/>
        </p:nvSpPr>
        <p:spPr>
          <a:xfrm>
            <a:off x="11734800" y="4445000"/>
            <a:ext cx="457200" cy="2413000"/>
          </a:xfrm>
          <a:prstGeom prst="rect">
            <a:avLst/>
          </a:prstGeom>
          <a:solidFill>
            <a:srgbClr val="884C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28CFE2C9-8B6E-4DDA-A5EA-04581F7629F0}"/>
              </a:ext>
            </a:extLst>
          </p:cNvPr>
          <p:cNvSpPr/>
          <p:nvPr userDrawn="1"/>
        </p:nvSpPr>
        <p:spPr>
          <a:xfrm>
            <a:off x="11734800" y="0"/>
            <a:ext cx="457200" cy="4462272"/>
          </a:xfrm>
          <a:prstGeom prst="rect">
            <a:avLst/>
          </a:prstGeom>
          <a:solidFill>
            <a:srgbClr val="86A2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71823428"/>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structions">
    <p:spTree>
      <p:nvGrpSpPr>
        <p:cNvPr id="1" name=""/>
        <p:cNvGrpSpPr/>
        <p:nvPr/>
      </p:nvGrpSpPr>
      <p:grpSpPr>
        <a:xfrm>
          <a:off x="0" y="0"/>
          <a:ext cx="0" cy="0"/>
          <a:chOff x="0" y="0"/>
          <a:chExt cx="0" cy="0"/>
        </a:xfrm>
      </p:grpSpPr>
      <p:sp>
        <p:nvSpPr>
          <p:cNvPr id="9" name="Rectangle 8" hidden="1"/>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12" name="Title 1">
            <a:extLst>
              <a:ext uri="{FF2B5EF4-FFF2-40B4-BE49-F238E27FC236}">
                <a16:creationId xmlns:a16="http://schemas.microsoft.com/office/drawing/2014/main" id="{96FEDCD9-19A7-423B-ABE0-DDD032DE8879}"/>
              </a:ext>
            </a:extLst>
          </p:cNvPr>
          <p:cNvSpPr>
            <a:spLocks noGrp="1"/>
          </p:cNvSpPr>
          <p:nvPr>
            <p:ph type="title"/>
          </p:nvPr>
        </p:nvSpPr>
        <p:spPr>
          <a:xfrm>
            <a:off x="457199" y="914400"/>
            <a:ext cx="7467601" cy="1572768"/>
          </a:xfrm>
        </p:spPr>
        <p:txBody>
          <a:bodyPr/>
          <a:lstStyle>
            <a:lvl1pPr>
              <a:lnSpc>
                <a:spcPts val="4600"/>
              </a:lnSpc>
              <a:defRPr/>
            </a:lvl1pPr>
          </a:lstStyle>
          <a:p>
            <a:r>
              <a:rPr lang="en-US"/>
              <a:t>Click to edit Master title style</a:t>
            </a:r>
            <a:endParaRPr lang="en-US" dirty="0"/>
          </a:p>
        </p:txBody>
      </p:sp>
      <p:sp>
        <p:nvSpPr>
          <p:cNvPr id="14" name="Text Placeholder 9">
            <a:extLst>
              <a:ext uri="{FF2B5EF4-FFF2-40B4-BE49-F238E27FC236}">
                <a16:creationId xmlns:a16="http://schemas.microsoft.com/office/drawing/2014/main" id="{EBD7372B-17B4-4062-8BFA-745581B27349}"/>
              </a:ext>
            </a:extLst>
          </p:cNvPr>
          <p:cNvSpPr>
            <a:spLocks noGrp="1"/>
          </p:cNvSpPr>
          <p:nvPr>
            <p:ph type="body" sz="quarter" idx="14" hasCustomPrompt="1"/>
          </p:nvPr>
        </p:nvSpPr>
        <p:spPr>
          <a:xfrm>
            <a:off x="457200" y="2540000"/>
            <a:ext cx="6591300" cy="3403600"/>
          </a:xfrm>
          <a:prstGeom prst="rect">
            <a:avLst/>
          </a:prstGeom>
        </p:spPr>
        <p:txBody>
          <a:bodyPr/>
          <a:lstStyle>
            <a:lvl1pPr marL="342900" indent="-342900">
              <a:lnSpc>
                <a:spcPts val="3000"/>
              </a:lnSpc>
              <a:spcBef>
                <a:spcPts val="0"/>
              </a:spcBef>
              <a:buFont typeface="+mj-lt"/>
              <a:buAutoNum type="arabicPeriod"/>
              <a:defRPr sz="1800"/>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dirty="0"/>
              <a:t>Click to edit text</a:t>
            </a:r>
          </a:p>
        </p:txBody>
      </p:sp>
      <p:sp>
        <p:nvSpPr>
          <p:cNvPr id="3" name="Picture Placeholder 2">
            <a:extLst>
              <a:ext uri="{FF2B5EF4-FFF2-40B4-BE49-F238E27FC236}">
                <a16:creationId xmlns:a16="http://schemas.microsoft.com/office/drawing/2014/main" id="{C09A28F9-9D68-48A2-A1AD-C1C318C0EC8D}"/>
              </a:ext>
            </a:extLst>
          </p:cNvPr>
          <p:cNvSpPr>
            <a:spLocks noGrp="1"/>
          </p:cNvSpPr>
          <p:nvPr>
            <p:ph type="pic" sz="quarter" idx="15"/>
          </p:nvPr>
        </p:nvSpPr>
        <p:spPr>
          <a:xfrm>
            <a:off x="8115300" y="1384300"/>
            <a:ext cx="3410712" cy="4572000"/>
          </a:xfrm>
          <a:prstGeom prst="roundRect">
            <a:avLst>
              <a:gd name="adj" fmla="val 2543"/>
            </a:avLst>
          </a:prstGeom>
        </p:spPr>
        <p:txBody>
          <a:bodyPr anchor="ctr"/>
          <a:lstStyle>
            <a:lvl1pPr marL="0" indent="0" algn="ctr">
              <a:buNone/>
              <a:defRPr/>
            </a:lvl1pPr>
          </a:lstStyle>
          <a:p>
            <a:r>
              <a:rPr lang="en-US"/>
              <a:t>Click icon to add picture</a:t>
            </a:r>
            <a:endParaRPr lang="en-US" dirty="0"/>
          </a:p>
        </p:txBody>
      </p:sp>
    </p:spTree>
    <p:extLst>
      <p:ext uri="{BB962C8B-B14F-4D97-AF65-F5344CB8AC3E}">
        <p14:creationId xmlns:p14="http://schemas.microsoft.com/office/powerpoint/2010/main" val="2185836540"/>
      </p:ext>
    </p:extLst>
  </p:cSld>
  <p:clrMapOvr>
    <a:masterClrMapping/>
  </p:clrMapOvr>
  <p:extLst>
    <p:ext uri="{DCECCB84-F9BA-43D5-87BE-67443E8EF086}">
      <p15:sldGuideLst xmlns:p15="http://schemas.microsoft.com/office/powerpoint/2012/main">
        <p15:guide id="1" orient="horz" pos="1032" userDrawn="1">
          <p15:clr>
            <a:srgbClr val="FBAE40"/>
          </p15:clr>
        </p15:guide>
        <p15:guide id="2" pos="33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alette Wellspring">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79CA9-81D6-424A-8046-4B56E1D25059}"/>
              </a:ext>
            </a:extLst>
          </p:cNvPr>
          <p:cNvSpPr>
            <a:spLocks noGrp="1"/>
          </p:cNvSpPr>
          <p:nvPr>
            <p:ph type="title" hasCustomPrompt="1"/>
          </p:nvPr>
        </p:nvSpPr>
        <p:spPr>
          <a:xfrm>
            <a:off x="457199" y="2569464"/>
            <a:ext cx="3619501" cy="1179576"/>
          </a:xfrm>
        </p:spPr>
        <p:txBody>
          <a:bodyPr anchor="b" anchorCtr="0">
            <a:normAutofit/>
          </a:bodyPr>
          <a:lstStyle>
            <a:lvl1pPr>
              <a:lnSpc>
                <a:spcPts val="4000"/>
              </a:lnSpc>
              <a:defRPr sz="3200"/>
            </a:lvl1pPr>
          </a:lstStyle>
          <a:p>
            <a:r>
              <a:rPr lang="en-US" dirty="0"/>
              <a:t>Click to edit title</a:t>
            </a:r>
          </a:p>
        </p:txBody>
      </p:sp>
      <p:sp>
        <p:nvSpPr>
          <p:cNvPr id="9" name="Picture Placeholder 8">
            <a:extLst>
              <a:ext uri="{FF2B5EF4-FFF2-40B4-BE49-F238E27FC236}">
                <a16:creationId xmlns:a16="http://schemas.microsoft.com/office/drawing/2014/main" id="{B2F51F73-5064-47F8-83FD-440E0ED1950B}"/>
              </a:ext>
            </a:extLst>
          </p:cNvPr>
          <p:cNvSpPr>
            <a:spLocks noGrp="1"/>
          </p:cNvSpPr>
          <p:nvPr>
            <p:ph type="pic" sz="quarter" idx="13"/>
          </p:nvPr>
        </p:nvSpPr>
        <p:spPr>
          <a:xfrm>
            <a:off x="4279392" y="1463040"/>
            <a:ext cx="1499616" cy="2194560"/>
          </a:xfrm>
          <a:prstGeom prst="rect">
            <a:avLst/>
          </a:prstGeom>
        </p:spPr>
        <p:txBody>
          <a:bodyPr/>
          <a:lstStyle>
            <a:lvl1pPr>
              <a:defRPr sz="2000"/>
            </a:lvl1pPr>
          </a:lstStyle>
          <a:p>
            <a:endParaRPr lang="en-US" dirty="0"/>
          </a:p>
        </p:txBody>
      </p:sp>
      <p:sp>
        <p:nvSpPr>
          <p:cNvPr id="18" name="Picture Placeholder 8">
            <a:extLst>
              <a:ext uri="{FF2B5EF4-FFF2-40B4-BE49-F238E27FC236}">
                <a16:creationId xmlns:a16="http://schemas.microsoft.com/office/drawing/2014/main" id="{06FF689A-8221-42E8-96D4-ED4D3AD501F8}"/>
              </a:ext>
            </a:extLst>
          </p:cNvPr>
          <p:cNvSpPr>
            <a:spLocks noGrp="1"/>
          </p:cNvSpPr>
          <p:nvPr>
            <p:ph type="pic" sz="quarter" idx="14"/>
          </p:nvPr>
        </p:nvSpPr>
        <p:spPr>
          <a:xfrm>
            <a:off x="6227064" y="1463040"/>
            <a:ext cx="1499616" cy="2194560"/>
          </a:xfrm>
          <a:prstGeom prst="rect">
            <a:avLst/>
          </a:prstGeom>
        </p:spPr>
        <p:txBody>
          <a:bodyPr/>
          <a:lstStyle>
            <a:lvl1pPr>
              <a:defRPr sz="2000"/>
            </a:lvl1pPr>
          </a:lstStyle>
          <a:p>
            <a:endParaRPr lang="en-US" dirty="0"/>
          </a:p>
        </p:txBody>
      </p:sp>
      <p:sp>
        <p:nvSpPr>
          <p:cNvPr id="19" name="Picture Placeholder 8">
            <a:extLst>
              <a:ext uri="{FF2B5EF4-FFF2-40B4-BE49-F238E27FC236}">
                <a16:creationId xmlns:a16="http://schemas.microsoft.com/office/drawing/2014/main" id="{96424DB2-4D46-493F-A5B8-8901EDA394F2}"/>
              </a:ext>
            </a:extLst>
          </p:cNvPr>
          <p:cNvSpPr>
            <a:spLocks noGrp="1"/>
          </p:cNvSpPr>
          <p:nvPr>
            <p:ph type="pic" sz="quarter" idx="15"/>
          </p:nvPr>
        </p:nvSpPr>
        <p:spPr>
          <a:xfrm>
            <a:off x="8174736" y="1463040"/>
            <a:ext cx="1499616" cy="2194560"/>
          </a:xfrm>
          <a:prstGeom prst="rect">
            <a:avLst/>
          </a:prstGeom>
        </p:spPr>
        <p:txBody>
          <a:bodyPr/>
          <a:lstStyle>
            <a:lvl1pPr>
              <a:defRPr sz="2000"/>
            </a:lvl1pPr>
          </a:lstStyle>
          <a:p>
            <a:endParaRPr lang="en-US" dirty="0"/>
          </a:p>
        </p:txBody>
      </p:sp>
      <p:sp>
        <p:nvSpPr>
          <p:cNvPr id="20" name="Picture Placeholder 8">
            <a:extLst>
              <a:ext uri="{FF2B5EF4-FFF2-40B4-BE49-F238E27FC236}">
                <a16:creationId xmlns:a16="http://schemas.microsoft.com/office/drawing/2014/main" id="{0AF2B6E1-5738-41B1-8C15-EA6715490140}"/>
              </a:ext>
            </a:extLst>
          </p:cNvPr>
          <p:cNvSpPr>
            <a:spLocks noGrp="1"/>
          </p:cNvSpPr>
          <p:nvPr>
            <p:ph type="pic" sz="quarter" idx="16"/>
          </p:nvPr>
        </p:nvSpPr>
        <p:spPr>
          <a:xfrm>
            <a:off x="10122408" y="1463040"/>
            <a:ext cx="1499616" cy="2194560"/>
          </a:xfrm>
          <a:prstGeom prst="rect">
            <a:avLst/>
          </a:prstGeom>
        </p:spPr>
        <p:txBody>
          <a:bodyPr/>
          <a:lstStyle>
            <a:lvl1pPr>
              <a:defRPr sz="2000"/>
            </a:lvl1pPr>
          </a:lstStyle>
          <a:p>
            <a:endParaRPr lang="en-US" dirty="0"/>
          </a:p>
        </p:txBody>
      </p:sp>
      <p:sp>
        <p:nvSpPr>
          <p:cNvPr id="21" name="Picture Placeholder 8">
            <a:extLst>
              <a:ext uri="{FF2B5EF4-FFF2-40B4-BE49-F238E27FC236}">
                <a16:creationId xmlns:a16="http://schemas.microsoft.com/office/drawing/2014/main" id="{6C8D73EB-347C-4E13-94C8-FA8FADE46559}"/>
              </a:ext>
            </a:extLst>
          </p:cNvPr>
          <p:cNvSpPr>
            <a:spLocks noGrp="1"/>
          </p:cNvSpPr>
          <p:nvPr>
            <p:ph type="pic" sz="quarter" idx="17"/>
          </p:nvPr>
        </p:nvSpPr>
        <p:spPr>
          <a:xfrm>
            <a:off x="4279392" y="4087368"/>
            <a:ext cx="1499616" cy="2194560"/>
          </a:xfrm>
          <a:prstGeom prst="rect">
            <a:avLst/>
          </a:prstGeom>
        </p:spPr>
        <p:txBody>
          <a:bodyPr/>
          <a:lstStyle>
            <a:lvl1pPr>
              <a:defRPr sz="2000"/>
            </a:lvl1pPr>
          </a:lstStyle>
          <a:p>
            <a:endParaRPr lang="en-US" dirty="0"/>
          </a:p>
        </p:txBody>
      </p:sp>
      <p:sp>
        <p:nvSpPr>
          <p:cNvPr id="22" name="Picture Placeholder 8">
            <a:extLst>
              <a:ext uri="{FF2B5EF4-FFF2-40B4-BE49-F238E27FC236}">
                <a16:creationId xmlns:a16="http://schemas.microsoft.com/office/drawing/2014/main" id="{9DFA5C56-9B47-4F87-8E12-30A936274F1B}"/>
              </a:ext>
            </a:extLst>
          </p:cNvPr>
          <p:cNvSpPr>
            <a:spLocks noGrp="1"/>
          </p:cNvSpPr>
          <p:nvPr>
            <p:ph type="pic" sz="quarter" idx="18"/>
          </p:nvPr>
        </p:nvSpPr>
        <p:spPr>
          <a:xfrm>
            <a:off x="6227064" y="4087368"/>
            <a:ext cx="1499616" cy="2194560"/>
          </a:xfrm>
          <a:prstGeom prst="rect">
            <a:avLst/>
          </a:prstGeom>
        </p:spPr>
        <p:txBody>
          <a:bodyPr/>
          <a:lstStyle>
            <a:lvl1pPr>
              <a:defRPr sz="2000"/>
            </a:lvl1pPr>
          </a:lstStyle>
          <a:p>
            <a:endParaRPr lang="en-US" dirty="0"/>
          </a:p>
        </p:txBody>
      </p:sp>
      <p:sp>
        <p:nvSpPr>
          <p:cNvPr id="23" name="Picture Placeholder 8">
            <a:extLst>
              <a:ext uri="{FF2B5EF4-FFF2-40B4-BE49-F238E27FC236}">
                <a16:creationId xmlns:a16="http://schemas.microsoft.com/office/drawing/2014/main" id="{1E3B5888-98ED-48E4-8AA8-5BAB43F8516C}"/>
              </a:ext>
            </a:extLst>
          </p:cNvPr>
          <p:cNvSpPr>
            <a:spLocks noGrp="1"/>
          </p:cNvSpPr>
          <p:nvPr>
            <p:ph type="pic" sz="quarter" idx="19"/>
          </p:nvPr>
        </p:nvSpPr>
        <p:spPr>
          <a:xfrm>
            <a:off x="8174736" y="4087368"/>
            <a:ext cx="1499616" cy="2194560"/>
          </a:xfrm>
          <a:prstGeom prst="rect">
            <a:avLst/>
          </a:prstGeom>
        </p:spPr>
        <p:txBody>
          <a:bodyPr/>
          <a:lstStyle>
            <a:lvl1pPr>
              <a:defRPr sz="2000"/>
            </a:lvl1pPr>
          </a:lstStyle>
          <a:p>
            <a:endParaRPr lang="en-US" dirty="0"/>
          </a:p>
        </p:txBody>
      </p:sp>
      <p:sp>
        <p:nvSpPr>
          <p:cNvPr id="24" name="Picture Placeholder 8">
            <a:extLst>
              <a:ext uri="{FF2B5EF4-FFF2-40B4-BE49-F238E27FC236}">
                <a16:creationId xmlns:a16="http://schemas.microsoft.com/office/drawing/2014/main" id="{569C9EE3-34D1-4DE0-B06C-2F6212F7C329}"/>
              </a:ext>
            </a:extLst>
          </p:cNvPr>
          <p:cNvSpPr>
            <a:spLocks noGrp="1"/>
          </p:cNvSpPr>
          <p:nvPr>
            <p:ph type="pic" sz="quarter" idx="20"/>
          </p:nvPr>
        </p:nvSpPr>
        <p:spPr>
          <a:xfrm>
            <a:off x="10122408" y="4087368"/>
            <a:ext cx="1499616" cy="2194560"/>
          </a:xfrm>
          <a:prstGeom prst="rect">
            <a:avLst/>
          </a:prstGeom>
        </p:spPr>
        <p:txBody>
          <a:bodyPr/>
          <a:lstStyle>
            <a:lvl1pPr>
              <a:defRPr sz="2000"/>
            </a:lvl1pPr>
          </a:lstStyle>
          <a:p>
            <a:endParaRPr lang="en-US" dirty="0"/>
          </a:p>
        </p:txBody>
      </p:sp>
    </p:spTree>
    <p:extLst>
      <p:ext uri="{BB962C8B-B14F-4D97-AF65-F5344CB8AC3E}">
        <p14:creationId xmlns:p14="http://schemas.microsoft.com/office/powerpoint/2010/main" val="22059421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mersive palette Wellspring">
    <p:bg>
      <p:bgPr>
        <a:solidFill>
          <a:schemeClr val="tx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186ECD6-DF3C-4CA6-9A77-ED32AC37F81F}"/>
              </a:ext>
            </a:extLst>
          </p:cNvPr>
          <p:cNvSpPr/>
          <p:nvPr userDrawn="1"/>
        </p:nvSpPr>
        <p:spPr>
          <a:xfrm>
            <a:off x="0" y="0"/>
            <a:ext cx="2445488" cy="457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D3F081E-4462-4B33-A41E-0432A3B439D9}"/>
              </a:ext>
            </a:extLst>
          </p:cNvPr>
          <p:cNvSpPr/>
          <p:nvPr userDrawn="1"/>
        </p:nvSpPr>
        <p:spPr>
          <a:xfrm rot="5400000">
            <a:off x="10740656" y="5406656"/>
            <a:ext cx="2445488" cy="457200"/>
          </a:xfrm>
          <a:prstGeom prst="rect">
            <a:avLst/>
          </a:prstGeom>
          <a:solidFill>
            <a:srgbClr val="8A58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C05FA2D1-6BF4-4194-B815-8C66D013FD27}"/>
              </a:ext>
            </a:extLst>
          </p:cNvPr>
          <p:cNvSpPr/>
          <p:nvPr userDrawn="1"/>
        </p:nvSpPr>
        <p:spPr>
          <a:xfrm>
            <a:off x="7982712" y="495300"/>
            <a:ext cx="3753612" cy="5943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DC88F0DF-BC0B-473C-82DC-7FC46D38FAC1}"/>
              </a:ext>
            </a:extLst>
          </p:cNvPr>
          <p:cNvSpPr/>
          <p:nvPr userDrawn="1"/>
        </p:nvSpPr>
        <p:spPr>
          <a:xfrm>
            <a:off x="4251158" y="495300"/>
            <a:ext cx="3787056" cy="59436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 Placeholder 9">
            <a:extLst>
              <a:ext uri="{FF2B5EF4-FFF2-40B4-BE49-F238E27FC236}">
                <a16:creationId xmlns:a16="http://schemas.microsoft.com/office/drawing/2014/main" id="{2A60302F-65DB-4E93-B6C3-49E64C44FB53}"/>
              </a:ext>
            </a:extLst>
          </p:cNvPr>
          <p:cNvSpPr>
            <a:spLocks noGrp="1"/>
          </p:cNvSpPr>
          <p:nvPr>
            <p:ph type="body" sz="quarter" idx="14" hasCustomPrompt="1"/>
          </p:nvPr>
        </p:nvSpPr>
        <p:spPr>
          <a:xfrm>
            <a:off x="457200" y="2779776"/>
            <a:ext cx="3465576" cy="3255264"/>
          </a:xfrm>
          <a:prstGeom prst="rect">
            <a:avLst/>
          </a:prstGeom>
        </p:spPr>
        <p:txBody>
          <a:bodyPr/>
          <a:lstStyle>
            <a:lvl1pPr marL="0" indent="0">
              <a:lnSpc>
                <a:spcPts val="3000"/>
              </a:lnSpc>
              <a:spcBef>
                <a:spcPts val="0"/>
              </a:spcBef>
              <a:buNone/>
              <a:defRPr sz="1800">
                <a:solidFill>
                  <a:schemeClr val="tx1"/>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Click to edit text</a:t>
            </a:r>
          </a:p>
        </p:txBody>
      </p:sp>
      <p:sp>
        <p:nvSpPr>
          <p:cNvPr id="7" name="Picture Placeholder 6">
            <a:extLst>
              <a:ext uri="{FF2B5EF4-FFF2-40B4-BE49-F238E27FC236}">
                <a16:creationId xmlns:a16="http://schemas.microsoft.com/office/drawing/2014/main" id="{9A66F217-0E52-4AD8-82BA-AB332C59638C}"/>
              </a:ext>
            </a:extLst>
          </p:cNvPr>
          <p:cNvSpPr>
            <a:spLocks noGrp="1"/>
          </p:cNvSpPr>
          <p:nvPr>
            <p:ph type="pic" sz="quarter" idx="15"/>
          </p:nvPr>
        </p:nvSpPr>
        <p:spPr>
          <a:xfrm>
            <a:off x="4709160" y="960120"/>
            <a:ext cx="6574536" cy="5074920"/>
          </a:xfrm>
          <a:prstGeom prst="rect">
            <a:avLst/>
          </a:prstGeom>
        </p:spPr>
        <p:txBody>
          <a:bodyPr anchor="ctr"/>
          <a:lstStyle>
            <a:lvl1pPr marL="0" indent="0" algn="ctr">
              <a:buNone/>
              <a:defRPr>
                <a:solidFill>
                  <a:schemeClr val="bg1"/>
                </a:solidFill>
              </a:defRPr>
            </a:lvl1pPr>
          </a:lstStyle>
          <a:p>
            <a:endParaRPr lang="en-US" dirty="0"/>
          </a:p>
        </p:txBody>
      </p:sp>
      <p:sp>
        <p:nvSpPr>
          <p:cNvPr id="13" name="Rectangle 12">
            <a:extLst>
              <a:ext uri="{FF2B5EF4-FFF2-40B4-BE49-F238E27FC236}">
                <a16:creationId xmlns:a16="http://schemas.microsoft.com/office/drawing/2014/main" id="{FDF3E524-6AEB-4529-804C-0B9CD9992050}"/>
              </a:ext>
            </a:extLst>
          </p:cNvPr>
          <p:cNvSpPr/>
          <p:nvPr userDrawn="1"/>
        </p:nvSpPr>
        <p:spPr>
          <a:xfrm>
            <a:off x="228600" y="241300"/>
            <a:ext cx="11772900" cy="6400800"/>
          </a:xfrm>
          <a:prstGeom prst="rect">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Straight Connector 13">
            <a:extLst>
              <a:ext uri="{FF2B5EF4-FFF2-40B4-BE49-F238E27FC236}">
                <a16:creationId xmlns:a16="http://schemas.microsoft.com/office/drawing/2014/main" id="{4CFF2CAC-AD21-48FA-AD68-A643AAA6A8C4}"/>
              </a:ext>
            </a:extLst>
          </p:cNvPr>
          <p:cNvCxnSpPr>
            <a:cxnSpLocks/>
          </p:cNvCxnSpPr>
          <p:nvPr userDrawn="1"/>
        </p:nvCxnSpPr>
        <p:spPr>
          <a:xfrm>
            <a:off x="228600" y="2415910"/>
            <a:ext cx="4022558"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3379CA9-81D6-424A-8046-4B56E1D25059}"/>
              </a:ext>
            </a:extLst>
          </p:cNvPr>
          <p:cNvSpPr>
            <a:spLocks noGrp="1"/>
          </p:cNvSpPr>
          <p:nvPr>
            <p:ph type="title"/>
          </p:nvPr>
        </p:nvSpPr>
        <p:spPr>
          <a:xfrm>
            <a:off x="457199" y="1371600"/>
            <a:ext cx="3619501" cy="877824"/>
          </a:xfrm>
        </p:spPr>
        <p:txBody>
          <a:bodyPr/>
          <a:lstStyle>
            <a:lvl1pPr>
              <a:lnSpc>
                <a:spcPts val="4320"/>
              </a:lnSpc>
              <a:defRPr>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2512255900"/>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alette Star of the show">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79CA9-81D6-424A-8046-4B56E1D25059}"/>
              </a:ext>
            </a:extLst>
          </p:cNvPr>
          <p:cNvSpPr>
            <a:spLocks noGrp="1"/>
          </p:cNvSpPr>
          <p:nvPr>
            <p:ph type="title" hasCustomPrompt="1"/>
          </p:nvPr>
        </p:nvSpPr>
        <p:spPr>
          <a:xfrm>
            <a:off x="457199" y="2569464"/>
            <a:ext cx="3619501" cy="1179576"/>
          </a:xfrm>
        </p:spPr>
        <p:txBody>
          <a:bodyPr anchor="t" anchorCtr="0">
            <a:normAutofit/>
          </a:bodyPr>
          <a:lstStyle>
            <a:lvl1pPr>
              <a:lnSpc>
                <a:spcPts val="4000"/>
              </a:lnSpc>
              <a:defRPr sz="3200"/>
            </a:lvl1pPr>
          </a:lstStyle>
          <a:p>
            <a:r>
              <a:rPr lang="en-US" dirty="0"/>
              <a:t>Click to edit title</a:t>
            </a:r>
          </a:p>
        </p:txBody>
      </p:sp>
      <p:sp>
        <p:nvSpPr>
          <p:cNvPr id="9" name="Picture Placeholder 8">
            <a:extLst>
              <a:ext uri="{FF2B5EF4-FFF2-40B4-BE49-F238E27FC236}">
                <a16:creationId xmlns:a16="http://schemas.microsoft.com/office/drawing/2014/main" id="{B2F51F73-5064-47F8-83FD-440E0ED1950B}"/>
              </a:ext>
            </a:extLst>
          </p:cNvPr>
          <p:cNvSpPr>
            <a:spLocks noGrp="1"/>
          </p:cNvSpPr>
          <p:nvPr>
            <p:ph type="pic" sz="quarter" idx="13"/>
          </p:nvPr>
        </p:nvSpPr>
        <p:spPr>
          <a:xfrm>
            <a:off x="4279392" y="1463040"/>
            <a:ext cx="1499616" cy="2194560"/>
          </a:xfrm>
          <a:prstGeom prst="rect">
            <a:avLst/>
          </a:prstGeom>
        </p:spPr>
        <p:txBody>
          <a:bodyPr/>
          <a:lstStyle>
            <a:lvl1pPr>
              <a:defRPr sz="2000"/>
            </a:lvl1pPr>
          </a:lstStyle>
          <a:p>
            <a:endParaRPr lang="en-US" dirty="0"/>
          </a:p>
        </p:txBody>
      </p:sp>
      <p:sp>
        <p:nvSpPr>
          <p:cNvPr id="18" name="Picture Placeholder 8">
            <a:extLst>
              <a:ext uri="{FF2B5EF4-FFF2-40B4-BE49-F238E27FC236}">
                <a16:creationId xmlns:a16="http://schemas.microsoft.com/office/drawing/2014/main" id="{06FF689A-8221-42E8-96D4-ED4D3AD501F8}"/>
              </a:ext>
            </a:extLst>
          </p:cNvPr>
          <p:cNvSpPr>
            <a:spLocks noGrp="1"/>
          </p:cNvSpPr>
          <p:nvPr>
            <p:ph type="pic" sz="quarter" idx="14"/>
          </p:nvPr>
        </p:nvSpPr>
        <p:spPr>
          <a:xfrm>
            <a:off x="6227064" y="1463040"/>
            <a:ext cx="1499616" cy="2194560"/>
          </a:xfrm>
          <a:prstGeom prst="rect">
            <a:avLst/>
          </a:prstGeom>
        </p:spPr>
        <p:txBody>
          <a:bodyPr/>
          <a:lstStyle>
            <a:lvl1pPr>
              <a:defRPr sz="2000"/>
            </a:lvl1pPr>
          </a:lstStyle>
          <a:p>
            <a:endParaRPr lang="en-US" dirty="0"/>
          </a:p>
        </p:txBody>
      </p:sp>
      <p:sp>
        <p:nvSpPr>
          <p:cNvPr id="19" name="Picture Placeholder 8">
            <a:extLst>
              <a:ext uri="{FF2B5EF4-FFF2-40B4-BE49-F238E27FC236}">
                <a16:creationId xmlns:a16="http://schemas.microsoft.com/office/drawing/2014/main" id="{96424DB2-4D46-493F-A5B8-8901EDA394F2}"/>
              </a:ext>
            </a:extLst>
          </p:cNvPr>
          <p:cNvSpPr>
            <a:spLocks noGrp="1"/>
          </p:cNvSpPr>
          <p:nvPr>
            <p:ph type="pic" sz="quarter" idx="15"/>
          </p:nvPr>
        </p:nvSpPr>
        <p:spPr>
          <a:xfrm>
            <a:off x="8174736" y="1463040"/>
            <a:ext cx="1499616" cy="2194560"/>
          </a:xfrm>
          <a:prstGeom prst="rect">
            <a:avLst/>
          </a:prstGeom>
        </p:spPr>
        <p:txBody>
          <a:bodyPr/>
          <a:lstStyle>
            <a:lvl1pPr>
              <a:defRPr sz="2000"/>
            </a:lvl1pPr>
          </a:lstStyle>
          <a:p>
            <a:endParaRPr lang="en-US" dirty="0"/>
          </a:p>
        </p:txBody>
      </p:sp>
      <p:sp>
        <p:nvSpPr>
          <p:cNvPr id="20" name="Picture Placeholder 8">
            <a:extLst>
              <a:ext uri="{FF2B5EF4-FFF2-40B4-BE49-F238E27FC236}">
                <a16:creationId xmlns:a16="http://schemas.microsoft.com/office/drawing/2014/main" id="{0AF2B6E1-5738-41B1-8C15-EA6715490140}"/>
              </a:ext>
            </a:extLst>
          </p:cNvPr>
          <p:cNvSpPr>
            <a:spLocks noGrp="1"/>
          </p:cNvSpPr>
          <p:nvPr>
            <p:ph type="pic" sz="quarter" idx="16"/>
          </p:nvPr>
        </p:nvSpPr>
        <p:spPr>
          <a:xfrm>
            <a:off x="10122408" y="1463040"/>
            <a:ext cx="1499616" cy="2194560"/>
          </a:xfrm>
          <a:prstGeom prst="rect">
            <a:avLst/>
          </a:prstGeom>
        </p:spPr>
        <p:txBody>
          <a:bodyPr/>
          <a:lstStyle>
            <a:lvl1pPr>
              <a:defRPr sz="2000"/>
            </a:lvl1pPr>
          </a:lstStyle>
          <a:p>
            <a:endParaRPr lang="en-US" dirty="0"/>
          </a:p>
        </p:txBody>
      </p:sp>
      <p:sp>
        <p:nvSpPr>
          <p:cNvPr id="21" name="Picture Placeholder 8">
            <a:extLst>
              <a:ext uri="{FF2B5EF4-FFF2-40B4-BE49-F238E27FC236}">
                <a16:creationId xmlns:a16="http://schemas.microsoft.com/office/drawing/2014/main" id="{6C8D73EB-347C-4E13-94C8-FA8FADE46559}"/>
              </a:ext>
            </a:extLst>
          </p:cNvPr>
          <p:cNvSpPr>
            <a:spLocks noGrp="1"/>
          </p:cNvSpPr>
          <p:nvPr>
            <p:ph type="pic" sz="quarter" idx="17"/>
          </p:nvPr>
        </p:nvSpPr>
        <p:spPr>
          <a:xfrm>
            <a:off x="4279392" y="4087368"/>
            <a:ext cx="1499616" cy="2194560"/>
          </a:xfrm>
          <a:prstGeom prst="rect">
            <a:avLst/>
          </a:prstGeom>
        </p:spPr>
        <p:txBody>
          <a:bodyPr/>
          <a:lstStyle>
            <a:lvl1pPr>
              <a:defRPr sz="2000"/>
            </a:lvl1pPr>
          </a:lstStyle>
          <a:p>
            <a:endParaRPr lang="en-US" dirty="0"/>
          </a:p>
        </p:txBody>
      </p:sp>
      <p:sp>
        <p:nvSpPr>
          <p:cNvPr id="22" name="Picture Placeholder 8">
            <a:extLst>
              <a:ext uri="{FF2B5EF4-FFF2-40B4-BE49-F238E27FC236}">
                <a16:creationId xmlns:a16="http://schemas.microsoft.com/office/drawing/2014/main" id="{9DFA5C56-9B47-4F87-8E12-30A936274F1B}"/>
              </a:ext>
            </a:extLst>
          </p:cNvPr>
          <p:cNvSpPr>
            <a:spLocks noGrp="1"/>
          </p:cNvSpPr>
          <p:nvPr>
            <p:ph type="pic" sz="quarter" idx="18"/>
          </p:nvPr>
        </p:nvSpPr>
        <p:spPr>
          <a:xfrm>
            <a:off x="6227064" y="4087368"/>
            <a:ext cx="1499616" cy="2194560"/>
          </a:xfrm>
          <a:prstGeom prst="rect">
            <a:avLst/>
          </a:prstGeom>
        </p:spPr>
        <p:txBody>
          <a:bodyPr/>
          <a:lstStyle>
            <a:lvl1pPr>
              <a:defRPr sz="2000"/>
            </a:lvl1pPr>
          </a:lstStyle>
          <a:p>
            <a:endParaRPr lang="en-US" dirty="0"/>
          </a:p>
        </p:txBody>
      </p:sp>
      <p:sp>
        <p:nvSpPr>
          <p:cNvPr id="23" name="Picture Placeholder 8">
            <a:extLst>
              <a:ext uri="{FF2B5EF4-FFF2-40B4-BE49-F238E27FC236}">
                <a16:creationId xmlns:a16="http://schemas.microsoft.com/office/drawing/2014/main" id="{1E3B5888-98ED-48E4-8AA8-5BAB43F8516C}"/>
              </a:ext>
            </a:extLst>
          </p:cNvPr>
          <p:cNvSpPr>
            <a:spLocks noGrp="1"/>
          </p:cNvSpPr>
          <p:nvPr>
            <p:ph type="pic" sz="quarter" idx="19"/>
          </p:nvPr>
        </p:nvSpPr>
        <p:spPr>
          <a:xfrm>
            <a:off x="8174736" y="4087368"/>
            <a:ext cx="1499616" cy="2194560"/>
          </a:xfrm>
          <a:prstGeom prst="rect">
            <a:avLst/>
          </a:prstGeom>
        </p:spPr>
        <p:txBody>
          <a:bodyPr/>
          <a:lstStyle>
            <a:lvl1pPr>
              <a:defRPr sz="2000"/>
            </a:lvl1pPr>
          </a:lstStyle>
          <a:p>
            <a:endParaRPr lang="en-US" dirty="0"/>
          </a:p>
        </p:txBody>
      </p:sp>
      <p:sp>
        <p:nvSpPr>
          <p:cNvPr id="24" name="Picture Placeholder 8">
            <a:extLst>
              <a:ext uri="{FF2B5EF4-FFF2-40B4-BE49-F238E27FC236}">
                <a16:creationId xmlns:a16="http://schemas.microsoft.com/office/drawing/2014/main" id="{569C9EE3-34D1-4DE0-B06C-2F6212F7C329}"/>
              </a:ext>
            </a:extLst>
          </p:cNvPr>
          <p:cNvSpPr>
            <a:spLocks noGrp="1"/>
          </p:cNvSpPr>
          <p:nvPr>
            <p:ph type="pic" sz="quarter" idx="20"/>
          </p:nvPr>
        </p:nvSpPr>
        <p:spPr>
          <a:xfrm>
            <a:off x="10122408" y="4087368"/>
            <a:ext cx="1499616" cy="2194560"/>
          </a:xfrm>
          <a:prstGeom prst="rect">
            <a:avLst/>
          </a:prstGeom>
        </p:spPr>
        <p:txBody>
          <a:bodyPr/>
          <a:lstStyle>
            <a:lvl1pPr>
              <a:defRPr sz="2000"/>
            </a:lvl1pPr>
          </a:lstStyle>
          <a:p>
            <a:endParaRPr lang="en-US" dirty="0"/>
          </a:p>
        </p:txBody>
      </p:sp>
    </p:spTree>
    <p:extLst>
      <p:ext uri="{BB962C8B-B14F-4D97-AF65-F5344CB8AC3E}">
        <p14:creationId xmlns:p14="http://schemas.microsoft.com/office/powerpoint/2010/main" val="1553920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mersive palette Star of the show">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462B86F-90E5-425E-9F83-8477D8111E1D}"/>
              </a:ext>
            </a:extLst>
          </p:cNvPr>
          <p:cNvSpPr/>
          <p:nvPr userDrawn="1"/>
        </p:nvSpPr>
        <p:spPr>
          <a:xfrm>
            <a:off x="0" y="495300"/>
            <a:ext cx="6057900" cy="1333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F5269853-3C2C-4F9C-B1BB-E00F7A1DB9E1}"/>
              </a:ext>
            </a:extLst>
          </p:cNvPr>
          <p:cNvSpPr/>
          <p:nvPr userDrawn="1"/>
        </p:nvSpPr>
        <p:spPr>
          <a:xfrm>
            <a:off x="6530703" y="495300"/>
            <a:ext cx="2931587" cy="26289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93759D58-52AF-4785-8A33-F528F46D88A3}"/>
              </a:ext>
            </a:extLst>
          </p:cNvPr>
          <p:cNvSpPr/>
          <p:nvPr userDrawn="1"/>
        </p:nvSpPr>
        <p:spPr>
          <a:xfrm>
            <a:off x="8852618" y="3863713"/>
            <a:ext cx="2921000" cy="2590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6AD3E0F4-EC0D-43C2-AC84-A53134C8566E}"/>
              </a:ext>
            </a:extLst>
          </p:cNvPr>
          <p:cNvSpPr/>
          <p:nvPr userDrawn="1"/>
        </p:nvSpPr>
        <p:spPr>
          <a:xfrm>
            <a:off x="228600" y="241300"/>
            <a:ext cx="11772900" cy="6400800"/>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3379CA9-81D6-424A-8046-4B56E1D25059}"/>
              </a:ext>
            </a:extLst>
          </p:cNvPr>
          <p:cNvSpPr>
            <a:spLocks noGrp="1"/>
          </p:cNvSpPr>
          <p:nvPr>
            <p:ph type="title"/>
          </p:nvPr>
        </p:nvSpPr>
        <p:spPr>
          <a:xfrm>
            <a:off x="457199" y="914400"/>
            <a:ext cx="5638801" cy="1572126"/>
          </a:xfrm>
        </p:spPr>
        <p:txBody>
          <a:bodyPr anchor="t" anchorCtr="0">
            <a:noAutofit/>
          </a:bodyPr>
          <a:lstStyle>
            <a:lvl1pPr>
              <a:defRPr>
                <a:solidFill>
                  <a:schemeClr val="tx1"/>
                </a:solidFill>
              </a:defRPr>
            </a:lvl1pPr>
          </a:lstStyle>
          <a:p>
            <a:r>
              <a:rPr lang="en-US" dirty="0"/>
              <a:t>Click to edit Master title style</a:t>
            </a:r>
          </a:p>
        </p:txBody>
      </p:sp>
      <p:sp>
        <p:nvSpPr>
          <p:cNvPr id="10" name="Text Placeholder 9">
            <a:extLst>
              <a:ext uri="{FF2B5EF4-FFF2-40B4-BE49-F238E27FC236}">
                <a16:creationId xmlns:a16="http://schemas.microsoft.com/office/drawing/2014/main" id="{2A60302F-65DB-4E93-B6C3-49E64C44FB53}"/>
              </a:ext>
            </a:extLst>
          </p:cNvPr>
          <p:cNvSpPr>
            <a:spLocks noGrp="1"/>
          </p:cNvSpPr>
          <p:nvPr>
            <p:ph type="body" sz="quarter" idx="14" hasCustomPrompt="1"/>
          </p:nvPr>
        </p:nvSpPr>
        <p:spPr>
          <a:xfrm>
            <a:off x="457200" y="2489200"/>
            <a:ext cx="5202936" cy="3547872"/>
          </a:xfrm>
          <a:prstGeom prst="rect">
            <a:avLst/>
          </a:prstGeom>
        </p:spPr>
        <p:txBody>
          <a:bodyPr/>
          <a:lstStyle>
            <a:lvl1pPr marL="0" indent="0">
              <a:lnSpc>
                <a:spcPts val="3000"/>
              </a:lnSpc>
              <a:spcBef>
                <a:spcPts val="0"/>
              </a:spcBef>
              <a:buNone/>
              <a:defRPr sz="1800">
                <a:solidFill>
                  <a:schemeClr val="tx1"/>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Click to edit text</a:t>
            </a:r>
          </a:p>
        </p:txBody>
      </p:sp>
      <p:sp>
        <p:nvSpPr>
          <p:cNvPr id="7" name="Picture Placeholder 6">
            <a:extLst>
              <a:ext uri="{FF2B5EF4-FFF2-40B4-BE49-F238E27FC236}">
                <a16:creationId xmlns:a16="http://schemas.microsoft.com/office/drawing/2014/main" id="{9A66F217-0E52-4AD8-82BA-AB332C59638C}"/>
              </a:ext>
            </a:extLst>
          </p:cNvPr>
          <p:cNvSpPr>
            <a:spLocks noGrp="1"/>
          </p:cNvSpPr>
          <p:nvPr>
            <p:ph type="pic" sz="quarter" idx="15"/>
          </p:nvPr>
        </p:nvSpPr>
        <p:spPr>
          <a:xfrm>
            <a:off x="6997700" y="914400"/>
            <a:ext cx="4334256" cy="5093208"/>
          </a:xfrm>
          <a:prstGeom prst="rect">
            <a:avLst/>
          </a:prstGeom>
          <a:solidFill>
            <a:schemeClr val="accent3"/>
          </a:solidFill>
        </p:spPr>
        <p:txBody>
          <a:bodyPr anchor="ctr"/>
          <a:lstStyle>
            <a:lvl1pPr marL="0" indent="0" algn="ctr">
              <a:buNone/>
              <a:defRPr/>
            </a:lvl1pPr>
          </a:lstStyle>
          <a:p>
            <a:endParaRPr lang="en-US" dirty="0"/>
          </a:p>
        </p:txBody>
      </p:sp>
    </p:spTree>
    <p:extLst>
      <p:ext uri="{BB962C8B-B14F-4D97-AF65-F5344CB8AC3E}">
        <p14:creationId xmlns:p14="http://schemas.microsoft.com/office/powerpoint/2010/main" val="3180366801"/>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alette Amusements">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79CA9-81D6-424A-8046-4B56E1D25059}"/>
              </a:ext>
            </a:extLst>
          </p:cNvPr>
          <p:cNvSpPr>
            <a:spLocks noGrp="1"/>
          </p:cNvSpPr>
          <p:nvPr>
            <p:ph type="title" hasCustomPrompt="1"/>
          </p:nvPr>
        </p:nvSpPr>
        <p:spPr>
          <a:xfrm>
            <a:off x="457199" y="2569464"/>
            <a:ext cx="3619501" cy="1179576"/>
          </a:xfrm>
        </p:spPr>
        <p:txBody>
          <a:bodyPr anchor="b" anchorCtr="0">
            <a:normAutofit/>
          </a:bodyPr>
          <a:lstStyle>
            <a:lvl1pPr>
              <a:lnSpc>
                <a:spcPts val="4000"/>
              </a:lnSpc>
              <a:defRPr sz="3200"/>
            </a:lvl1pPr>
          </a:lstStyle>
          <a:p>
            <a:r>
              <a:rPr lang="en-US" dirty="0"/>
              <a:t>Click to edit title</a:t>
            </a:r>
          </a:p>
        </p:txBody>
      </p:sp>
      <p:sp>
        <p:nvSpPr>
          <p:cNvPr id="9" name="Picture Placeholder 8">
            <a:extLst>
              <a:ext uri="{FF2B5EF4-FFF2-40B4-BE49-F238E27FC236}">
                <a16:creationId xmlns:a16="http://schemas.microsoft.com/office/drawing/2014/main" id="{B2F51F73-5064-47F8-83FD-440E0ED1950B}"/>
              </a:ext>
            </a:extLst>
          </p:cNvPr>
          <p:cNvSpPr>
            <a:spLocks noGrp="1"/>
          </p:cNvSpPr>
          <p:nvPr>
            <p:ph type="pic" sz="quarter" idx="13"/>
          </p:nvPr>
        </p:nvSpPr>
        <p:spPr>
          <a:xfrm>
            <a:off x="4279392" y="1463040"/>
            <a:ext cx="1499616" cy="2194560"/>
          </a:xfrm>
          <a:prstGeom prst="rect">
            <a:avLst/>
          </a:prstGeom>
        </p:spPr>
        <p:txBody>
          <a:bodyPr/>
          <a:lstStyle>
            <a:lvl1pPr>
              <a:defRPr sz="2000"/>
            </a:lvl1pPr>
          </a:lstStyle>
          <a:p>
            <a:endParaRPr lang="en-US" dirty="0"/>
          </a:p>
        </p:txBody>
      </p:sp>
      <p:sp>
        <p:nvSpPr>
          <p:cNvPr id="18" name="Picture Placeholder 8">
            <a:extLst>
              <a:ext uri="{FF2B5EF4-FFF2-40B4-BE49-F238E27FC236}">
                <a16:creationId xmlns:a16="http://schemas.microsoft.com/office/drawing/2014/main" id="{06FF689A-8221-42E8-96D4-ED4D3AD501F8}"/>
              </a:ext>
            </a:extLst>
          </p:cNvPr>
          <p:cNvSpPr>
            <a:spLocks noGrp="1"/>
          </p:cNvSpPr>
          <p:nvPr>
            <p:ph type="pic" sz="quarter" idx="14"/>
          </p:nvPr>
        </p:nvSpPr>
        <p:spPr>
          <a:xfrm>
            <a:off x="6227064" y="1463040"/>
            <a:ext cx="1499616" cy="2194560"/>
          </a:xfrm>
          <a:prstGeom prst="rect">
            <a:avLst/>
          </a:prstGeom>
        </p:spPr>
        <p:txBody>
          <a:bodyPr/>
          <a:lstStyle>
            <a:lvl1pPr>
              <a:defRPr sz="2000"/>
            </a:lvl1pPr>
          </a:lstStyle>
          <a:p>
            <a:endParaRPr lang="en-US" dirty="0"/>
          </a:p>
        </p:txBody>
      </p:sp>
      <p:sp>
        <p:nvSpPr>
          <p:cNvPr id="19" name="Picture Placeholder 8">
            <a:extLst>
              <a:ext uri="{FF2B5EF4-FFF2-40B4-BE49-F238E27FC236}">
                <a16:creationId xmlns:a16="http://schemas.microsoft.com/office/drawing/2014/main" id="{96424DB2-4D46-493F-A5B8-8901EDA394F2}"/>
              </a:ext>
            </a:extLst>
          </p:cNvPr>
          <p:cNvSpPr>
            <a:spLocks noGrp="1"/>
          </p:cNvSpPr>
          <p:nvPr>
            <p:ph type="pic" sz="quarter" idx="15"/>
          </p:nvPr>
        </p:nvSpPr>
        <p:spPr>
          <a:xfrm>
            <a:off x="8174736" y="1463040"/>
            <a:ext cx="1499616" cy="2194560"/>
          </a:xfrm>
          <a:prstGeom prst="rect">
            <a:avLst/>
          </a:prstGeom>
        </p:spPr>
        <p:txBody>
          <a:bodyPr/>
          <a:lstStyle>
            <a:lvl1pPr>
              <a:defRPr sz="2000"/>
            </a:lvl1pPr>
          </a:lstStyle>
          <a:p>
            <a:endParaRPr lang="en-US" dirty="0"/>
          </a:p>
        </p:txBody>
      </p:sp>
      <p:sp>
        <p:nvSpPr>
          <p:cNvPr id="20" name="Picture Placeholder 8">
            <a:extLst>
              <a:ext uri="{FF2B5EF4-FFF2-40B4-BE49-F238E27FC236}">
                <a16:creationId xmlns:a16="http://schemas.microsoft.com/office/drawing/2014/main" id="{0AF2B6E1-5738-41B1-8C15-EA6715490140}"/>
              </a:ext>
            </a:extLst>
          </p:cNvPr>
          <p:cNvSpPr>
            <a:spLocks noGrp="1"/>
          </p:cNvSpPr>
          <p:nvPr>
            <p:ph type="pic" sz="quarter" idx="16"/>
          </p:nvPr>
        </p:nvSpPr>
        <p:spPr>
          <a:xfrm>
            <a:off x="10122408" y="1463040"/>
            <a:ext cx="1499616" cy="2194560"/>
          </a:xfrm>
          <a:prstGeom prst="rect">
            <a:avLst/>
          </a:prstGeom>
        </p:spPr>
        <p:txBody>
          <a:bodyPr/>
          <a:lstStyle>
            <a:lvl1pPr>
              <a:defRPr sz="2000"/>
            </a:lvl1pPr>
          </a:lstStyle>
          <a:p>
            <a:endParaRPr lang="en-US" dirty="0"/>
          </a:p>
        </p:txBody>
      </p:sp>
      <p:sp>
        <p:nvSpPr>
          <p:cNvPr id="21" name="Picture Placeholder 8">
            <a:extLst>
              <a:ext uri="{FF2B5EF4-FFF2-40B4-BE49-F238E27FC236}">
                <a16:creationId xmlns:a16="http://schemas.microsoft.com/office/drawing/2014/main" id="{6C8D73EB-347C-4E13-94C8-FA8FADE46559}"/>
              </a:ext>
            </a:extLst>
          </p:cNvPr>
          <p:cNvSpPr>
            <a:spLocks noGrp="1"/>
          </p:cNvSpPr>
          <p:nvPr>
            <p:ph type="pic" sz="quarter" idx="17"/>
          </p:nvPr>
        </p:nvSpPr>
        <p:spPr>
          <a:xfrm>
            <a:off x="4279392" y="4087368"/>
            <a:ext cx="1499616" cy="2194560"/>
          </a:xfrm>
          <a:prstGeom prst="rect">
            <a:avLst/>
          </a:prstGeom>
        </p:spPr>
        <p:txBody>
          <a:bodyPr/>
          <a:lstStyle>
            <a:lvl1pPr>
              <a:defRPr sz="2000"/>
            </a:lvl1pPr>
          </a:lstStyle>
          <a:p>
            <a:endParaRPr lang="en-US" dirty="0"/>
          </a:p>
        </p:txBody>
      </p:sp>
      <p:sp>
        <p:nvSpPr>
          <p:cNvPr id="22" name="Picture Placeholder 8">
            <a:extLst>
              <a:ext uri="{FF2B5EF4-FFF2-40B4-BE49-F238E27FC236}">
                <a16:creationId xmlns:a16="http://schemas.microsoft.com/office/drawing/2014/main" id="{9DFA5C56-9B47-4F87-8E12-30A936274F1B}"/>
              </a:ext>
            </a:extLst>
          </p:cNvPr>
          <p:cNvSpPr>
            <a:spLocks noGrp="1"/>
          </p:cNvSpPr>
          <p:nvPr>
            <p:ph type="pic" sz="quarter" idx="18"/>
          </p:nvPr>
        </p:nvSpPr>
        <p:spPr>
          <a:xfrm>
            <a:off x="6227064" y="4087368"/>
            <a:ext cx="1499616" cy="2194560"/>
          </a:xfrm>
          <a:prstGeom prst="rect">
            <a:avLst/>
          </a:prstGeom>
        </p:spPr>
        <p:txBody>
          <a:bodyPr/>
          <a:lstStyle>
            <a:lvl1pPr>
              <a:defRPr sz="2000"/>
            </a:lvl1pPr>
          </a:lstStyle>
          <a:p>
            <a:endParaRPr lang="en-US" dirty="0"/>
          </a:p>
        </p:txBody>
      </p:sp>
      <p:sp>
        <p:nvSpPr>
          <p:cNvPr id="23" name="Picture Placeholder 8">
            <a:extLst>
              <a:ext uri="{FF2B5EF4-FFF2-40B4-BE49-F238E27FC236}">
                <a16:creationId xmlns:a16="http://schemas.microsoft.com/office/drawing/2014/main" id="{1E3B5888-98ED-48E4-8AA8-5BAB43F8516C}"/>
              </a:ext>
            </a:extLst>
          </p:cNvPr>
          <p:cNvSpPr>
            <a:spLocks noGrp="1"/>
          </p:cNvSpPr>
          <p:nvPr>
            <p:ph type="pic" sz="quarter" idx="19"/>
          </p:nvPr>
        </p:nvSpPr>
        <p:spPr>
          <a:xfrm>
            <a:off x="8174736" y="4087368"/>
            <a:ext cx="1499616" cy="2194560"/>
          </a:xfrm>
          <a:prstGeom prst="rect">
            <a:avLst/>
          </a:prstGeom>
        </p:spPr>
        <p:txBody>
          <a:bodyPr/>
          <a:lstStyle>
            <a:lvl1pPr>
              <a:defRPr sz="2000"/>
            </a:lvl1pPr>
          </a:lstStyle>
          <a:p>
            <a:endParaRPr lang="en-US" dirty="0"/>
          </a:p>
        </p:txBody>
      </p:sp>
      <p:sp>
        <p:nvSpPr>
          <p:cNvPr id="24" name="Picture Placeholder 8">
            <a:extLst>
              <a:ext uri="{FF2B5EF4-FFF2-40B4-BE49-F238E27FC236}">
                <a16:creationId xmlns:a16="http://schemas.microsoft.com/office/drawing/2014/main" id="{569C9EE3-34D1-4DE0-B06C-2F6212F7C329}"/>
              </a:ext>
            </a:extLst>
          </p:cNvPr>
          <p:cNvSpPr>
            <a:spLocks noGrp="1"/>
          </p:cNvSpPr>
          <p:nvPr>
            <p:ph type="pic" sz="quarter" idx="20"/>
          </p:nvPr>
        </p:nvSpPr>
        <p:spPr>
          <a:xfrm>
            <a:off x="10122408" y="4087368"/>
            <a:ext cx="1499616" cy="2194560"/>
          </a:xfrm>
          <a:prstGeom prst="rect">
            <a:avLst/>
          </a:prstGeom>
        </p:spPr>
        <p:txBody>
          <a:bodyPr/>
          <a:lstStyle>
            <a:lvl1pPr>
              <a:defRPr sz="2000"/>
            </a:lvl1pPr>
          </a:lstStyle>
          <a:p>
            <a:endParaRPr lang="en-US" dirty="0"/>
          </a:p>
        </p:txBody>
      </p:sp>
    </p:spTree>
    <p:extLst>
      <p:ext uri="{BB962C8B-B14F-4D97-AF65-F5344CB8AC3E}">
        <p14:creationId xmlns:p14="http://schemas.microsoft.com/office/powerpoint/2010/main" val="15428899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mersive palette Amusements">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3A3BC27-A809-4F76-931E-2DE01059A5AB}"/>
              </a:ext>
            </a:extLst>
          </p:cNvPr>
          <p:cNvSpPr/>
          <p:nvPr userDrawn="1"/>
        </p:nvSpPr>
        <p:spPr>
          <a:xfrm>
            <a:off x="6712974" y="1651000"/>
            <a:ext cx="460459" cy="5207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D96A5108-5EBA-43CE-BA4A-DA9EEF5D808A}"/>
              </a:ext>
            </a:extLst>
          </p:cNvPr>
          <p:cNvSpPr/>
          <p:nvPr userDrawn="1"/>
        </p:nvSpPr>
        <p:spPr>
          <a:xfrm>
            <a:off x="9271000" y="0"/>
            <a:ext cx="2921000" cy="53975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2712910-50D0-4906-AB08-F37D02F96D4A}"/>
              </a:ext>
            </a:extLst>
          </p:cNvPr>
          <p:cNvSpPr/>
          <p:nvPr userDrawn="1"/>
        </p:nvSpPr>
        <p:spPr>
          <a:xfrm>
            <a:off x="0" y="2387600"/>
            <a:ext cx="5461000" cy="215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DAC760C-BE23-4DA2-A294-3B5668F8AECA}"/>
              </a:ext>
            </a:extLst>
          </p:cNvPr>
          <p:cNvSpPr/>
          <p:nvPr userDrawn="1"/>
        </p:nvSpPr>
        <p:spPr>
          <a:xfrm>
            <a:off x="228600" y="241300"/>
            <a:ext cx="11772900" cy="6400800"/>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3379CA9-81D6-424A-8046-4B56E1D25059}"/>
              </a:ext>
            </a:extLst>
          </p:cNvPr>
          <p:cNvSpPr>
            <a:spLocks noGrp="1"/>
          </p:cNvSpPr>
          <p:nvPr>
            <p:ph type="title"/>
          </p:nvPr>
        </p:nvSpPr>
        <p:spPr>
          <a:xfrm>
            <a:off x="457199" y="914400"/>
            <a:ext cx="5605272" cy="1572126"/>
          </a:xfrm>
        </p:spPr>
        <p:txBody>
          <a:bodyPr anchor="ctr" anchorCtr="0"/>
          <a:lstStyle>
            <a:lvl1pPr>
              <a:defRPr>
                <a:solidFill>
                  <a:schemeClr val="bg1"/>
                </a:solidFill>
              </a:defRPr>
            </a:lvl1pPr>
          </a:lstStyle>
          <a:p>
            <a:r>
              <a:rPr lang="en-US" dirty="0"/>
              <a:t>Click to edit Master title style</a:t>
            </a:r>
          </a:p>
        </p:txBody>
      </p:sp>
      <p:sp>
        <p:nvSpPr>
          <p:cNvPr id="10" name="Text Placeholder 9">
            <a:extLst>
              <a:ext uri="{FF2B5EF4-FFF2-40B4-BE49-F238E27FC236}">
                <a16:creationId xmlns:a16="http://schemas.microsoft.com/office/drawing/2014/main" id="{2A60302F-65DB-4E93-B6C3-49E64C44FB53}"/>
              </a:ext>
            </a:extLst>
          </p:cNvPr>
          <p:cNvSpPr>
            <a:spLocks noGrp="1"/>
          </p:cNvSpPr>
          <p:nvPr>
            <p:ph type="body" sz="quarter" idx="14" hasCustomPrompt="1"/>
          </p:nvPr>
        </p:nvSpPr>
        <p:spPr>
          <a:xfrm>
            <a:off x="457200" y="3072384"/>
            <a:ext cx="4946904" cy="2871216"/>
          </a:xfrm>
          <a:prstGeom prst="rect">
            <a:avLst/>
          </a:prstGeom>
        </p:spPr>
        <p:txBody>
          <a:bodyPr/>
          <a:lstStyle>
            <a:lvl1pPr marL="0" indent="0">
              <a:lnSpc>
                <a:spcPts val="3000"/>
              </a:lnSpc>
              <a:spcBef>
                <a:spcPts val="0"/>
              </a:spcBef>
              <a:buNone/>
              <a:defRPr sz="18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Click to edit text</a:t>
            </a:r>
          </a:p>
        </p:txBody>
      </p:sp>
      <p:sp>
        <p:nvSpPr>
          <p:cNvPr id="7" name="Picture Placeholder 6">
            <a:extLst>
              <a:ext uri="{FF2B5EF4-FFF2-40B4-BE49-F238E27FC236}">
                <a16:creationId xmlns:a16="http://schemas.microsoft.com/office/drawing/2014/main" id="{9A66F217-0E52-4AD8-82BA-AB332C59638C}"/>
              </a:ext>
            </a:extLst>
          </p:cNvPr>
          <p:cNvSpPr>
            <a:spLocks noGrp="1"/>
          </p:cNvSpPr>
          <p:nvPr>
            <p:ph type="pic" sz="quarter" idx="15"/>
          </p:nvPr>
        </p:nvSpPr>
        <p:spPr>
          <a:xfrm>
            <a:off x="7178040" y="457200"/>
            <a:ext cx="4562856" cy="6400800"/>
          </a:xfrm>
          <a:prstGeom prst="rect">
            <a:avLst/>
          </a:prstGeom>
          <a:solidFill>
            <a:schemeClr val="accent5">
              <a:lumMod val="20000"/>
              <a:lumOff val="80000"/>
            </a:schemeClr>
          </a:solidFill>
        </p:spPr>
        <p:txBody>
          <a:bodyPr anchor="ctr"/>
          <a:lstStyle>
            <a:lvl1pPr marL="0" indent="0" algn="ctr">
              <a:buNone/>
              <a:defRPr/>
            </a:lvl1pPr>
          </a:lstStyle>
          <a:p>
            <a:endParaRPr lang="en-US" dirty="0"/>
          </a:p>
        </p:txBody>
      </p:sp>
    </p:spTree>
    <p:extLst>
      <p:ext uri="{BB962C8B-B14F-4D97-AF65-F5344CB8AC3E}">
        <p14:creationId xmlns:p14="http://schemas.microsoft.com/office/powerpoint/2010/main" val="4037176041"/>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9.xml"/><Relationship Id="rId1" Type="http://schemas.openxmlformats.org/officeDocument/2006/relationships/slideLayout" Target="../slideLayouts/slideLayout8.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1.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80DF88-AC53-41A3-8067-D7E6D5DB195F}"/>
              </a:ext>
            </a:extLst>
          </p:cNvPr>
          <p:cNvSpPr>
            <a:spLocks noGrp="1"/>
          </p:cNvSpPr>
          <p:nvPr>
            <p:ph type="title"/>
          </p:nvPr>
        </p:nvSpPr>
        <p:spPr>
          <a:xfrm>
            <a:off x="457199" y="914400"/>
            <a:ext cx="11174819" cy="903767"/>
          </a:xfrm>
          <a:prstGeom prst="rect">
            <a:avLst/>
          </a:prstGeom>
        </p:spPr>
        <p:txBody>
          <a:bodyPr vert="horz" lIns="91440" tIns="45720" rIns="91440" bIns="45720" rtlCol="0" anchor="ctr">
            <a:normAutofit/>
          </a:bodyPr>
          <a:lstStyle/>
          <a:p>
            <a:r>
              <a:rPr lang="en-US"/>
              <a:t>Click to edit Master title style</a:t>
            </a:r>
          </a:p>
        </p:txBody>
      </p:sp>
      <p:sp>
        <p:nvSpPr>
          <p:cNvPr id="4" name="Date Placeholder 3">
            <a:extLst>
              <a:ext uri="{FF2B5EF4-FFF2-40B4-BE49-F238E27FC236}">
                <a16:creationId xmlns:a16="http://schemas.microsoft.com/office/drawing/2014/main" id="{EA4755C1-18CC-4FD3-A030-3DAF469919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310904-DE8F-4B8E-99C6-5AFA03672FFA}" type="datetimeFigureOut">
              <a:rPr lang="en-US" smtClean="0"/>
              <a:t>8/25/2022</a:t>
            </a:fld>
            <a:endParaRPr lang="en-US" dirty="0"/>
          </a:p>
        </p:txBody>
      </p:sp>
      <p:sp>
        <p:nvSpPr>
          <p:cNvPr id="5" name="Footer Placeholder 4">
            <a:extLst>
              <a:ext uri="{FF2B5EF4-FFF2-40B4-BE49-F238E27FC236}">
                <a16:creationId xmlns:a16="http://schemas.microsoft.com/office/drawing/2014/main" id="{A8E029F1-B791-445F-A184-90CC7A1BEC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AD98767-7C9E-42DE-9782-D932A0FF1B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5FADE3-B84E-4AF7-91CC-AB47E1A43619}" type="slidenum">
              <a:rPr lang="en-US" smtClean="0"/>
              <a:t>‹#›</a:t>
            </a:fld>
            <a:endParaRPr lang="en-US" dirty="0"/>
          </a:p>
        </p:txBody>
      </p:sp>
    </p:spTree>
    <p:extLst>
      <p:ext uri="{BB962C8B-B14F-4D97-AF65-F5344CB8AC3E}">
        <p14:creationId xmlns:p14="http://schemas.microsoft.com/office/powerpoint/2010/main" val="2263488725"/>
      </p:ext>
    </p:extLst>
  </p:cSld>
  <p:clrMap bg1="lt1" tx1="dk1" bg2="lt2" tx2="dk2" accent1="accent1" accent2="accent2" accent3="accent3" accent4="accent4" accent5="accent5" accent6="accent6" hlink="hlink" folHlink="folHlink"/>
  <p:sldLayoutIdLst>
    <p:sldLayoutId id="2147483688" r:id="rId1"/>
    <p:sldLayoutId id="2147483700" r:id="rId2"/>
    <p:sldLayoutId id="2147483701" r:id="rId3"/>
    <p:sldLayoutId id="2147483702" r:id="rId4"/>
    <p:sldLayoutId id="2147483662" r:id="rId5"/>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112" userDrawn="1">
          <p15:clr>
            <a:srgbClr val="F26B43"/>
          </p15:clr>
        </p15:guide>
        <p15:guide id="2" pos="2568" userDrawn="1">
          <p15:clr>
            <a:srgbClr val="F26B43"/>
          </p15:clr>
        </p15:guide>
        <p15:guide id="3" pos="288" userDrawn="1">
          <p15:clr>
            <a:srgbClr val="5ACBF0"/>
          </p15:clr>
        </p15:guide>
        <p15:guide id="4" pos="7392" userDrawn="1">
          <p15:clr>
            <a:srgbClr val="5ACBF0"/>
          </p15:clr>
        </p15:guide>
        <p15:guide id="5" orient="horz" pos="576" userDrawn="1">
          <p15:clr>
            <a:srgbClr val="5ACBF0"/>
          </p15:clr>
        </p15:guide>
        <p15:guide id="6" orient="horz" pos="3744"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80DF88-AC53-41A3-8067-D7E6D5DB195F}"/>
              </a:ext>
            </a:extLst>
          </p:cNvPr>
          <p:cNvSpPr>
            <a:spLocks noGrp="1"/>
          </p:cNvSpPr>
          <p:nvPr>
            <p:ph type="title"/>
          </p:nvPr>
        </p:nvSpPr>
        <p:spPr>
          <a:xfrm>
            <a:off x="457199" y="914400"/>
            <a:ext cx="11174819" cy="903767"/>
          </a:xfrm>
          <a:prstGeom prst="rect">
            <a:avLst/>
          </a:prstGeom>
        </p:spPr>
        <p:txBody>
          <a:bodyPr vert="horz" lIns="91440" tIns="45720" rIns="91440" bIns="45720" rtlCol="0" anchor="ctr">
            <a:normAutofit/>
          </a:bodyPr>
          <a:lstStyle/>
          <a:p>
            <a:r>
              <a:rPr lang="en-US"/>
              <a:t>Click to edit Master title style</a:t>
            </a:r>
          </a:p>
        </p:txBody>
      </p:sp>
      <p:sp>
        <p:nvSpPr>
          <p:cNvPr id="4" name="Date Placeholder 3">
            <a:extLst>
              <a:ext uri="{FF2B5EF4-FFF2-40B4-BE49-F238E27FC236}">
                <a16:creationId xmlns:a16="http://schemas.microsoft.com/office/drawing/2014/main" id="{EA4755C1-18CC-4FD3-A030-3DAF469919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310904-DE8F-4B8E-99C6-5AFA03672FFA}" type="datetimeFigureOut">
              <a:rPr lang="en-US" smtClean="0"/>
              <a:t>8/25/2022</a:t>
            </a:fld>
            <a:endParaRPr lang="en-US" dirty="0"/>
          </a:p>
        </p:txBody>
      </p:sp>
      <p:sp>
        <p:nvSpPr>
          <p:cNvPr id="5" name="Footer Placeholder 4">
            <a:extLst>
              <a:ext uri="{FF2B5EF4-FFF2-40B4-BE49-F238E27FC236}">
                <a16:creationId xmlns:a16="http://schemas.microsoft.com/office/drawing/2014/main" id="{A8E029F1-B791-445F-A184-90CC7A1BEC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AD98767-7C9E-42DE-9782-D932A0FF1B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5FADE3-B84E-4AF7-91CC-AB47E1A43619}" type="slidenum">
              <a:rPr lang="en-US" smtClean="0"/>
              <a:t>‹#›</a:t>
            </a:fld>
            <a:endParaRPr lang="en-US" dirty="0"/>
          </a:p>
        </p:txBody>
      </p:sp>
    </p:spTree>
    <p:extLst>
      <p:ext uri="{BB962C8B-B14F-4D97-AF65-F5344CB8AC3E}">
        <p14:creationId xmlns:p14="http://schemas.microsoft.com/office/powerpoint/2010/main" val="2911603562"/>
      </p:ext>
    </p:extLst>
  </p:cSld>
  <p:clrMap bg1="lt1" tx1="dk1" bg2="lt2" tx2="dk2" accent1="accent1" accent2="accent2" accent3="accent3" accent4="accent4" accent5="accent5" accent6="accent6" hlink="hlink" folHlink="folHlink"/>
  <p:sldLayoutIdLst>
    <p:sldLayoutId id="2147483729" r:id="rId1"/>
    <p:sldLayoutId id="2147483711" r:id="rId2"/>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112" userDrawn="1">
          <p15:clr>
            <a:srgbClr val="F26B43"/>
          </p15:clr>
        </p15:guide>
        <p15:guide id="2" pos="2568" userDrawn="1">
          <p15:clr>
            <a:srgbClr val="F26B43"/>
          </p15:clr>
        </p15:guide>
        <p15:guide id="3" pos="288" userDrawn="1">
          <p15:clr>
            <a:srgbClr val="5ACBF0"/>
          </p15:clr>
        </p15:guide>
        <p15:guide id="4" pos="7392" userDrawn="1">
          <p15:clr>
            <a:srgbClr val="5ACBF0"/>
          </p15:clr>
        </p15:guide>
        <p15:guide id="5" orient="horz" pos="576" userDrawn="1">
          <p15:clr>
            <a:srgbClr val="5ACBF0"/>
          </p15:clr>
        </p15:guide>
        <p15:guide id="6" orient="horz" pos="3744" userDrawn="1">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80DF88-AC53-41A3-8067-D7E6D5DB195F}"/>
              </a:ext>
            </a:extLst>
          </p:cNvPr>
          <p:cNvSpPr>
            <a:spLocks noGrp="1"/>
          </p:cNvSpPr>
          <p:nvPr>
            <p:ph type="title"/>
          </p:nvPr>
        </p:nvSpPr>
        <p:spPr>
          <a:xfrm>
            <a:off x="457199" y="914400"/>
            <a:ext cx="11174819" cy="903767"/>
          </a:xfrm>
          <a:prstGeom prst="rect">
            <a:avLst/>
          </a:prstGeom>
        </p:spPr>
        <p:txBody>
          <a:bodyPr vert="horz" lIns="91440" tIns="45720" rIns="91440" bIns="45720" rtlCol="0" anchor="ctr">
            <a:normAutofit/>
          </a:bodyPr>
          <a:lstStyle/>
          <a:p>
            <a:r>
              <a:rPr lang="en-US"/>
              <a:t>Click to edit Master title style</a:t>
            </a:r>
          </a:p>
        </p:txBody>
      </p:sp>
      <p:sp>
        <p:nvSpPr>
          <p:cNvPr id="4" name="Date Placeholder 3">
            <a:extLst>
              <a:ext uri="{FF2B5EF4-FFF2-40B4-BE49-F238E27FC236}">
                <a16:creationId xmlns:a16="http://schemas.microsoft.com/office/drawing/2014/main" id="{EA4755C1-18CC-4FD3-A030-3DAF469919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310904-DE8F-4B8E-99C6-5AFA03672FFA}" type="datetimeFigureOut">
              <a:rPr lang="en-US" smtClean="0"/>
              <a:t>8/25/2022</a:t>
            </a:fld>
            <a:endParaRPr lang="en-US" dirty="0"/>
          </a:p>
        </p:txBody>
      </p:sp>
      <p:sp>
        <p:nvSpPr>
          <p:cNvPr id="5" name="Footer Placeholder 4">
            <a:extLst>
              <a:ext uri="{FF2B5EF4-FFF2-40B4-BE49-F238E27FC236}">
                <a16:creationId xmlns:a16="http://schemas.microsoft.com/office/drawing/2014/main" id="{A8E029F1-B791-445F-A184-90CC7A1BEC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AD98767-7C9E-42DE-9782-D932A0FF1B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5FADE3-B84E-4AF7-91CC-AB47E1A43619}" type="slidenum">
              <a:rPr lang="en-US" smtClean="0"/>
              <a:t>‹#›</a:t>
            </a:fld>
            <a:endParaRPr lang="en-US" dirty="0"/>
          </a:p>
        </p:txBody>
      </p:sp>
    </p:spTree>
    <p:extLst>
      <p:ext uri="{BB962C8B-B14F-4D97-AF65-F5344CB8AC3E}">
        <p14:creationId xmlns:p14="http://schemas.microsoft.com/office/powerpoint/2010/main" val="1044508539"/>
      </p:ext>
    </p:extLst>
  </p:cSld>
  <p:clrMap bg1="lt1" tx1="dk1" bg2="lt2" tx2="dk2" accent1="accent1" accent2="accent2" accent3="accent3" accent4="accent4" accent5="accent5" accent6="accent6" hlink="hlink" folHlink="folHlink"/>
  <p:sldLayoutIdLst>
    <p:sldLayoutId id="2147483730" r:id="rId1"/>
    <p:sldLayoutId id="2147483723" r:id="rId2"/>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112" userDrawn="1">
          <p15:clr>
            <a:srgbClr val="F26B43"/>
          </p15:clr>
        </p15:guide>
        <p15:guide id="2" pos="2568" userDrawn="1">
          <p15:clr>
            <a:srgbClr val="F26B43"/>
          </p15:clr>
        </p15:guide>
        <p15:guide id="3" pos="288" userDrawn="1">
          <p15:clr>
            <a:srgbClr val="5ACBF0"/>
          </p15:clr>
        </p15:guide>
        <p15:guide id="4" pos="7392" userDrawn="1">
          <p15:clr>
            <a:srgbClr val="5ACBF0"/>
          </p15:clr>
        </p15:guide>
        <p15:guide id="5" orient="horz" pos="576" userDrawn="1">
          <p15:clr>
            <a:srgbClr val="5ACBF0"/>
          </p15:clr>
        </p15:guide>
        <p15:guide id="6" orient="horz" pos="3744" userDrawn="1">
          <p15:clr>
            <a:srgbClr val="5ACBF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80DF88-AC53-41A3-8067-D7E6D5DB195F}"/>
              </a:ext>
            </a:extLst>
          </p:cNvPr>
          <p:cNvSpPr>
            <a:spLocks noGrp="1"/>
          </p:cNvSpPr>
          <p:nvPr>
            <p:ph type="title"/>
          </p:nvPr>
        </p:nvSpPr>
        <p:spPr>
          <a:xfrm>
            <a:off x="457199" y="914400"/>
            <a:ext cx="11174819" cy="903767"/>
          </a:xfrm>
          <a:prstGeom prst="rect">
            <a:avLst/>
          </a:prstGeom>
        </p:spPr>
        <p:txBody>
          <a:bodyPr vert="horz" lIns="91440" tIns="45720" rIns="91440" bIns="45720" rtlCol="0" anchor="ctr">
            <a:normAutofit/>
          </a:bodyPr>
          <a:lstStyle/>
          <a:p>
            <a:r>
              <a:rPr lang="en-US"/>
              <a:t>Click to edit Master title style</a:t>
            </a:r>
          </a:p>
        </p:txBody>
      </p:sp>
      <p:sp>
        <p:nvSpPr>
          <p:cNvPr id="4" name="Date Placeholder 3">
            <a:extLst>
              <a:ext uri="{FF2B5EF4-FFF2-40B4-BE49-F238E27FC236}">
                <a16:creationId xmlns:a16="http://schemas.microsoft.com/office/drawing/2014/main" id="{EA4755C1-18CC-4FD3-A030-3DAF469919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310904-DE8F-4B8E-99C6-5AFA03672FFA}" type="datetimeFigureOut">
              <a:rPr lang="en-US" smtClean="0"/>
              <a:t>8/25/2022</a:t>
            </a:fld>
            <a:endParaRPr lang="en-US" dirty="0"/>
          </a:p>
        </p:txBody>
      </p:sp>
      <p:sp>
        <p:nvSpPr>
          <p:cNvPr id="5" name="Footer Placeholder 4">
            <a:extLst>
              <a:ext uri="{FF2B5EF4-FFF2-40B4-BE49-F238E27FC236}">
                <a16:creationId xmlns:a16="http://schemas.microsoft.com/office/drawing/2014/main" id="{A8E029F1-B791-445F-A184-90CC7A1BEC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AD98767-7C9E-42DE-9782-D932A0FF1B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5FADE3-B84E-4AF7-91CC-AB47E1A43619}" type="slidenum">
              <a:rPr lang="en-US" smtClean="0"/>
              <a:t>‹#›</a:t>
            </a:fld>
            <a:endParaRPr lang="en-US" dirty="0"/>
          </a:p>
        </p:txBody>
      </p:sp>
    </p:spTree>
    <p:extLst>
      <p:ext uri="{BB962C8B-B14F-4D97-AF65-F5344CB8AC3E}">
        <p14:creationId xmlns:p14="http://schemas.microsoft.com/office/powerpoint/2010/main" val="2032013640"/>
      </p:ext>
    </p:extLst>
  </p:cSld>
  <p:clrMap bg1="lt1" tx1="dk1" bg2="lt2" tx2="dk2" accent1="accent1" accent2="accent2" accent3="accent3" accent4="accent4" accent5="accent5" accent6="accent6" hlink="hlink" folHlink="folHlink"/>
  <p:sldLayoutIdLst>
    <p:sldLayoutId id="2147483731" r:id="rId1"/>
    <p:sldLayoutId id="2147483704" r:id="rId2"/>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112" userDrawn="1">
          <p15:clr>
            <a:srgbClr val="F26B43"/>
          </p15:clr>
        </p15:guide>
        <p15:guide id="2" pos="2568" userDrawn="1">
          <p15:clr>
            <a:srgbClr val="F26B43"/>
          </p15:clr>
        </p15:guide>
        <p15:guide id="3" pos="288" userDrawn="1">
          <p15:clr>
            <a:srgbClr val="5ACBF0"/>
          </p15:clr>
        </p15:guide>
        <p15:guide id="4" pos="7392" userDrawn="1">
          <p15:clr>
            <a:srgbClr val="5ACBF0"/>
          </p15:clr>
        </p15:guide>
        <p15:guide id="5" orient="horz" pos="576" userDrawn="1">
          <p15:clr>
            <a:srgbClr val="5ACBF0"/>
          </p15:clr>
        </p15:guide>
        <p15:guide id="6" orient="horz" pos="3744" userDrawn="1">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bstract image of curvy lines">
            <a:extLst>
              <a:ext uri="{FF2B5EF4-FFF2-40B4-BE49-F238E27FC236}">
                <a16:creationId xmlns:a16="http://schemas.microsoft.com/office/drawing/2014/main" id="{81F59575-96AE-45B0-B1FB-3CFC139E9D12}"/>
              </a:ext>
            </a:extLst>
          </p:cNvPr>
          <p:cNvPicPr>
            <a:picLocks noGrp="1" noChangeAspect="1"/>
          </p:cNvPicPr>
          <p:nvPr>
            <p:ph type="pic" sz="quarter" idx="13"/>
          </p:nvPr>
        </p:nvPicPr>
        <p:blipFill>
          <a:blip r:embed="rId3"/>
          <a:srcRect/>
          <a:stretch/>
        </p:blipFill>
        <p:spPr>
          <a:xfrm>
            <a:off x="225" y="0"/>
            <a:ext cx="12191550" cy="6857999"/>
          </a:xfrm>
        </p:spPr>
      </p:pic>
      <p:sp>
        <p:nvSpPr>
          <p:cNvPr id="4" name="Title 3">
            <a:extLst>
              <a:ext uri="{FF2B5EF4-FFF2-40B4-BE49-F238E27FC236}">
                <a16:creationId xmlns:a16="http://schemas.microsoft.com/office/drawing/2014/main" id="{08347D8D-E852-43D5-858E-2D01BE57FA93}"/>
              </a:ext>
            </a:extLst>
          </p:cNvPr>
          <p:cNvSpPr>
            <a:spLocks noGrp="1"/>
          </p:cNvSpPr>
          <p:nvPr>
            <p:ph type="title"/>
          </p:nvPr>
        </p:nvSpPr>
        <p:spPr>
          <a:xfrm>
            <a:off x="129940" y="2859489"/>
            <a:ext cx="8128535" cy="1371600"/>
          </a:xfrm>
        </p:spPr>
        <p:txBody>
          <a:bodyPr anchor="t" anchorCtr="0">
            <a:normAutofit fontScale="90000"/>
          </a:bodyPr>
          <a:lstStyle/>
          <a:p>
            <a:r>
              <a:rPr lang="en-US" sz="6000" b="1" i="0" dirty="0">
                <a:solidFill>
                  <a:srgbClr val="212529"/>
                </a:solidFill>
                <a:effectLst/>
                <a:latin typeface="Segoe UI" panose="020B0502040204020203" pitchFamily="34" charset="0"/>
              </a:rPr>
              <a:t>Gantt Chart</a:t>
            </a:r>
            <a:br>
              <a:rPr lang="en-US" sz="6000" b="1" i="0" dirty="0">
                <a:solidFill>
                  <a:srgbClr val="212529"/>
                </a:solidFill>
                <a:effectLst/>
                <a:latin typeface="Segoe UI" panose="020B0502040204020203" pitchFamily="34" charset="0"/>
              </a:rPr>
            </a:br>
            <a:r>
              <a:rPr lang="en-US" sz="6000" b="1" i="0" dirty="0">
                <a:solidFill>
                  <a:srgbClr val="212529"/>
                </a:solidFill>
                <a:effectLst/>
                <a:latin typeface="Segoe UI" panose="020B0502040204020203" pitchFamily="34" charset="0"/>
              </a:rPr>
              <a:t> </a:t>
            </a:r>
            <a:br>
              <a:rPr lang="en-US" sz="6000" b="1" i="0" dirty="0">
                <a:solidFill>
                  <a:srgbClr val="212529"/>
                </a:solidFill>
                <a:effectLst/>
                <a:latin typeface="Segoe UI" panose="020B0502040204020203" pitchFamily="34" charset="0"/>
              </a:rPr>
            </a:br>
            <a:r>
              <a:rPr lang="en-US" sz="6000" b="1" dirty="0"/>
              <a:t>Module 3</a:t>
            </a:r>
            <a:br>
              <a:rPr lang="en-US" sz="6000" b="1" dirty="0"/>
            </a:br>
            <a:r>
              <a:rPr lang="en-US" sz="2200" b="1" dirty="0"/>
              <a:t>Dr. Hitesh Mohapatra </a:t>
            </a:r>
            <a:endParaRPr lang="en-US" sz="6000" b="1" dirty="0"/>
          </a:p>
        </p:txBody>
      </p:sp>
    </p:spTree>
    <p:extLst>
      <p:ext uri="{BB962C8B-B14F-4D97-AF65-F5344CB8AC3E}">
        <p14:creationId xmlns:p14="http://schemas.microsoft.com/office/powerpoint/2010/main" val="1558315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descr="Shaded overlay">
            <a:extLst>
              <a:ext uri="{FF2B5EF4-FFF2-40B4-BE49-F238E27FC236}">
                <a16:creationId xmlns:a16="http://schemas.microsoft.com/office/drawing/2014/main" id="{558C501A-DC1F-4BA4-BFFA-44EF8845A384}"/>
              </a:ext>
            </a:extLst>
          </p:cNvPr>
          <p:cNvSpPr/>
          <p:nvPr/>
        </p:nvSpPr>
        <p:spPr>
          <a:xfrm>
            <a:off x="0" y="0"/>
            <a:ext cx="12192000" cy="6858000"/>
          </a:xfrm>
          <a:prstGeom prst="rect">
            <a:avLst/>
          </a:prstGeom>
          <a:solidFill>
            <a:srgbClr val="6768AB">
              <a:alpha val="74902"/>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Placeholder 7" descr="A person standing on a rock while looking at the ocean wave with outstretched arms">
            <a:extLst>
              <a:ext uri="{FF2B5EF4-FFF2-40B4-BE49-F238E27FC236}">
                <a16:creationId xmlns:a16="http://schemas.microsoft.com/office/drawing/2014/main" id="{8C1A64BB-92C4-44CC-9AB7-8416F1B9BF56}"/>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a:stretch/>
        </p:blipFill>
        <p:spPr>
          <a:xfrm>
            <a:off x="0" y="0"/>
            <a:ext cx="12192000" cy="6858000"/>
          </a:xfrm>
          <a:solidFill>
            <a:srgbClr val="6768AB">
              <a:alpha val="75000"/>
            </a:srgbClr>
          </a:solidFill>
        </p:spPr>
      </p:pic>
      <p:sp>
        <p:nvSpPr>
          <p:cNvPr id="4" name="Title 3">
            <a:extLst>
              <a:ext uri="{FF2B5EF4-FFF2-40B4-BE49-F238E27FC236}">
                <a16:creationId xmlns:a16="http://schemas.microsoft.com/office/drawing/2014/main" id="{135A981B-6487-4B00-9EAF-D0D748FA6014}"/>
              </a:ext>
            </a:extLst>
          </p:cNvPr>
          <p:cNvSpPr>
            <a:spLocks noGrp="1"/>
          </p:cNvSpPr>
          <p:nvPr>
            <p:ph type="title"/>
          </p:nvPr>
        </p:nvSpPr>
        <p:spPr>
          <a:xfrm>
            <a:off x="457199" y="914400"/>
            <a:ext cx="11174819" cy="903767"/>
          </a:xfrm>
        </p:spPr>
        <p:txBody>
          <a:bodyPr/>
          <a:lstStyle/>
          <a:p>
            <a:pPr algn="l"/>
            <a:r>
              <a:rPr lang="en-US" b="0" i="0" dirty="0">
                <a:solidFill>
                  <a:srgbClr val="212529"/>
                </a:solidFill>
                <a:effectLst/>
                <a:latin typeface="Segoe UI" panose="020B0502040204020203" pitchFamily="34" charset="0"/>
              </a:rPr>
              <a:t>Origin</a:t>
            </a:r>
          </a:p>
        </p:txBody>
      </p:sp>
      <p:sp>
        <p:nvSpPr>
          <p:cNvPr id="13" name="TextBox 12">
            <a:extLst>
              <a:ext uri="{FF2B5EF4-FFF2-40B4-BE49-F238E27FC236}">
                <a16:creationId xmlns:a16="http://schemas.microsoft.com/office/drawing/2014/main" id="{1E485469-1163-F67F-050C-8F786FC42A3B}"/>
              </a:ext>
            </a:extLst>
          </p:cNvPr>
          <p:cNvSpPr txBox="1"/>
          <p:nvPr/>
        </p:nvSpPr>
        <p:spPr>
          <a:xfrm>
            <a:off x="457198" y="2035001"/>
            <a:ext cx="8001001" cy="3108543"/>
          </a:xfrm>
          <a:prstGeom prst="rect">
            <a:avLst/>
          </a:prstGeom>
          <a:noFill/>
        </p:spPr>
        <p:txBody>
          <a:bodyPr wrap="square">
            <a:spAutoFit/>
          </a:bodyPr>
          <a:lstStyle/>
          <a:p>
            <a:pPr algn="just"/>
            <a:r>
              <a:rPr lang="en-US" sz="2800" dirty="0"/>
              <a:t>In the early part of the 20th century, </a:t>
            </a:r>
            <a:r>
              <a:rPr lang="en-US" sz="2800" b="1" dirty="0"/>
              <a:t>Henry Gantt </a:t>
            </a:r>
            <a:r>
              <a:rPr lang="en-US" sz="2800" dirty="0"/>
              <a:t>revolutionized project management with Gantt charts. At that time, they were written out on pieces of paper. With the rise of computers in the 1980s, Gantt charts became increasingly complex and elaborate. Today, Gantt charts are still one of the most widely used project management tools.</a:t>
            </a:r>
          </a:p>
        </p:txBody>
      </p:sp>
    </p:spTree>
    <p:extLst>
      <p:ext uri="{BB962C8B-B14F-4D97-AF65-F5344CB8AC3E}">
        <p14:creationId xmlns:p14="http://schemas.microsoft.com/office/powerpoint/2010/main" val="38985113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2219A53-983C-4CAC-81BB-5FADEB962F35}"/>
              </a:ext>
            </a:extLst>
          </p:cNvPr>
          <p:cNvSpPr>
            <a:spLocks noGrp="1"/>
          </p:cNvSpPr>
          <p:nvPr>
            <p:ph type="title"/>
          </p:nvPr>
        </p:nvSpPr>
        <p:spPr>
          <a:xfrm>
            <a:off x="619145" y="654518"/>
            <a:ext cx="10459533" cy="2225360"/>
          </a:xfrm>
        </p:spPr>
        <p:txBody>
          <a:bodyPr>
            <a:noAutofit/>
          </a:bodyPr>
          <a:lstStyle/>
          <a:p>
            <a:pPr algn="just"/>
            <a:r>
              <a:rPr lang="en-US" sz="1600" b="1" i="0" dirty="0">
                <a:solidFill>
                  <a:srgbClr val="212529"/>
                </a:solidFill>
                <a:effectLst/>
                <a:latin typeface="Segoe UI" panose="020B0502040204020203" pitchFamily="34" charset="0"/>
              </a:rPr>
              <a:t>A Gantt chart, commonly used in </a:t>
            </a:r>
            <a:r>
              <a:rPr lang="en-US" sz="1600" b="1" i="0" dirty="0">
                <a:solidFill>
                  <a:srgbClr val="FF0000"/>
                </a:solidFill>
                <a:effectLst/>
                <a:latin typeface="Segoe UI" panose="020B0502040204020203" pitchFamily="34" charset="0"/>
              </a:rPr>
              <a:t>project management</a:t>
            </a:r>
            <a:r>
              <a:rPr lang="en-US" sz="1600" b="1" i="0" dirty="0">
                <a:solidFill>
                  <a:srgbClr val="212529"/>
                </a:solidFill>
                <a:effectLst/>
                <a:latin typeface="Segoe UI" panose="020B0502040204020203" pitchFamily="34" charset="0"/>
              </a:rPr>
              <a:t>, is one of the most popular and useful ways of showing activities (</a:t>
            </a:r>
            <a:r>
              <a:rPr lang="en-US" sz="1600" b="1" i="0" dirty="0">
                <a:solidFill>
                  <a:srgbClr val="FF0000"/>
                </a:solidFill>
                <a:effectLst/>
                <a:latin typeface="Segoe UI" panose="020B0502040204020203" pitchFamily="34" charset="0"/>
              </a:rPr>
              <a:t>tasks or events) </a:t>
            </a:r>
            <a:r>
              <a:rPr lang="en-US" sz="1600" b="1" i="0" dirty="0">
                <a:effectLst/>
                <a:latin typeface="Segoe UI" panose="020B0502040204020203" pitchFamily="34" charset="0"/>
              </a:rPr>
              <a:t>displayed against time</a:t>
            </a:r>
            <a:r>
              <a:rPr lang="en-US" sz="1600" b="1" i="0" dirty="0">
                <a:solidFill>
                  <a:srgbClr val="212529"/>
                </a:solidFill>
                <a:effectLst/>
                <a:latin typeface="Segoe UI" panose="020B0502040204020203" pitchFamily="34" charset="0"/>
              </a:rPr>
              <a:t>.</a:t>
            </a:r>
            <a:br>
              <a:rPr lang="en-US" sz="1600" b="1" i="0" dirty="0">
                <a:solidFill>
                  <a:srgbClr val="212529"/>
                </a:solidFill>
                <a:effectLst/>
                <a:latin typeface="Segoe UI" panose="020B0502040204020203" pitchFamily="34" charset="0"/>
              </a:rPr>
            </a:br>
            <a:r>
              <a:rPr lang="en-US" sz="1600" b="1" i="0" dirty="0">
                <a:solidFill>
                  <a:srgbClr val="212529"/>
                </a:solidFill>
                <a:effectLst/>
                <a:latin typeface="Segoe UI" panose="020B0502040204020203" pitchFamily="34" charset="0"/>
              </a:rPr>
              <a:t>On the left of the chart is a list of the activities and along the top is a suitable time scale. Each activity is represented by a bar; the position and length of the bar reflects the start date, duration and end date of the activity. </a:t>
            </a:r>
            <a:endParaRPr lang="en-US" sz="1600" b="1" dirty="0"/>
          </a:p>
        </p:txBody>
      </p:sp>
      <p:sp>
        <p:nvSpPr>
          <p:cNvPr id="24" name="TextBox 23">
            <a:extLst>
              <a:ext uri="{FF2B5EF4-FFF2-40B4-BE49-F238E27FC236}">
                <a16:creationId xmlns:a16="http://schemas.microsoft.com/office/drawing/2014/main" id="{3A0AC807-2257-8E22-BA50-95277A1B1973}"/>
              </a:ext>
            </a:extLst>
          </p:cNvPr>
          <p:cNvSpPr txBox="1"/>
          <p:nvPr/>
        </p:nvSpPr>
        <p:spPr>
          <a:xfrm>
            <a:off x="1123748" y="3429000"/>
            <a:ext cx="9531418" cy="1938992"/>
          </a:xfrm>
          <a:prstGeom prst="rect">
            <a:avLst/>
          </a:prstGeom>
          <a:noFill/>
        </p:spPr>
        <p:txBody>
          <a:bodyPr wrap="square">
            <a:spAutoFit/>
          </a:bodyPr>
          <a:lstStyle/>
          <a:p>
            <a:pPr marL="742950" lvl="1" indent="-285750">
              <a:buFont typeface="Arial" panose="020B0604020202020204" pitchFamily="34" charset="0"/>
              <a:buChar char="•"/>
            </a:pPr>
            <a:r>
              <a:rPr lang="en-US" sz="2400" b="0" i="0" dirty="0">
                <a:solidFill>
                  <a:srgbClr val="212529"/>
                </a:solidFill>
                <a:effectLst/>
                <a:latin typeface="Segoe UI" panose="020B0502040204020203" pitchFamily="34" charset="0"/>
              </a:rPr>
              <a:t>What the various activities are:</a:t>
            </a:r>
          </a:p>
          <a:p>
            <a:pPr marL="742950" lvl="1" indent="-285750">
              <a:buFont typeface="Arial" panose="020B0604020202020204" pitchFamily="34" charset="0"/>
              <a:buChar char="•"/>
            </a:pPr>
            <a:r>
              <a:rPr lang="en-US" sz="2400" b="0" i="0" dirty="0">
                <a:solidFill>
                  <a:srgbClr val="212529"/>
                </a:solidFill>
                <a:effectLst/>
                <a:latin typeface="Segoe UI" panose="020B0502040204020203" pitchFamily="34" charset="0"/>
              </a:rPr>
              <a:t>When each activity begins and ends</a:t>
            </a:r>
          </a:p>
          <a:p>
            <a:pPr marL="742950" lvl="1" indent="-285750">
              <a:buFont typeface="Arial" panose="020B0604020202020204" pitchFamily="34" charset="0"/>
              <a:buChar char="•"/>
            </a:pPr>
            <a:r>
              <a:rPr lang="en-US" sz="2400" b="0" i="0" dirty="0">
                <a:solidFill>
                  <a:srgbClr val="212529"/>
                </a:solidFill>
                <a:effectLst/>
                <a:latin typeface="Segoe UI" panose="020B0502040204020203" pitchFamily="34" charset="0"/>
              </a:rPr>
              <a:t>How long each activity is scheduled to last</a:t>
            </a:r>
          </a:p>
          <a:p>
            <a:pPr marL="742950" lvl="1" indent="-285750">
              <a:buFont typeface="Arial" panose="020B0604020202020204" pitchFamily="34" charset="0"/>
              <a:buChar char="•"/>
            </a:pPr>
            <a:r>
              <a:rPr lang="en-US" sz="2400" b="0" i="0" dirty="0">
                <a:solidFill>
                  <a:srgbClr val="212529"/>
                </a:solidFill>
                <a:effectLst/>
                <a:latin typeface="Segoe UI" panose="020B0502040204020203" pitchFamily="34" charset="0"/>
              </a:rPr>
              <a:t>Where activities overlap with other activities, and by how much</a:t>
            </a:r>
          </a:p>
          <a:p>
            <a:pPr marL="742950" lvl="1" indent="-285750">
              <a:buFont typeface="Arial" panose="020B0604020202020204" pitchFamily="34" charset="0"/>
              <a:buChar char="•"/>
            </a:pPr>
            <a:r>
              <a:rPr lang="en-US" sz="2400" b="0" i="0" dirty="0">
                <a:solidFill>
                  <a:srgbClr val="212529"/>
                </a:solidFill>
                <a:effectLst/>
                <a:latin typeface="Segoe UI" panose="020B0502040204020203" pitchFamily="34" charset="0"/>
              </a:rPr>
              <a:t>The start and end date of the whole project</a:t>
            </a:r>
          </a:p>
        </p:txBody>
      </p:sp>
    </p:spTree>
    <p:extLst>
      <p:ext uri="{BB962C8B-B14F-4D97-AF65-F5344CB8AC3E}">
        <p14:creationId xmlns:p14="http://schemas.microsoft.com/office/powerpoint/2010/main" val="2382148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gantt chart schedule">
            <a:extLst>
              <a:ext uri="{FF2B5EF4-FFF2-40B4-BE49-F238E27FC236}">
                <a16:creationId xmlns:a16="http://schemas.microsoft.com/office/drawing/2014/main" id="{04C973DB-A8E8-34B5-8039-9A5252E970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293" y="298384"/>
            <a:ext cx="11900848" cy="522892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4345C3DB-EF7A-93FA-D5C4-D542085A0832}"/>
              </a:ext>
            </a:extLst>
          </p:cNvPr>
          <p:cNvSpPr txBox="1"/>
          <p:nvPr/>
        </p:nvSpPr>
        <p:spPr>
          <a:xfrm>
            <a:off x="4742849" y="5527308"/>
            <a:ext cx="6136104" cy="1200329"/>
          </a:xfrm>
          <a:prstGeom prst="rect">
            <a:avLst/>
          </a:prstGeom>
          <a:noFill/>
        </p:spPr>
        <p:txBody>
          <a:bodyPr wrap="square">
            <a:spAutoFit/>
          </a:bodyPr>
          <a:lstStyle/>
          <a:p>
            <a:pPr algn="just"/>
            <a:r>
              <a:rPr lang="en-US" sz="2400" b="1" i="0" dirty="0">
                <a:solidFill>
                  <a:srgbClr val="212529"/>
                </a:solidFill>
                <a:effectLst/>
                <a:latin typeface="Segoe UI" panose="020B0502040204020203" pitchFamily="34" charset="0"/>
              </a:rPr>
              <a:t>To summarize, a Gantt chart shows you what has to be done (the activities) and when (the schedule).</a:t>
            </a:r>
            <a:endParaRPr lang="en-US" sz="2400" b="1" dirty="0"/>
          </a:p>
        </p:txBody>
      </p:sp>
    </p:spTree>
    <p:extLst>
      <p:ext uri="{BB962C8B-B14F-4D97-AF65-F5344CB8AC3E}">
        <p14:creationId xmlns:p14="http://schemas.microsoft.com/office/powerpoint/2010/main" val="3885403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9515D-DB20-5F6A-3FA9-F5C7072E7F5C}"/>
              </a:ext>
            </a:extLst>
          </p:cNvPr>
          <p:cNvSpPr>
            <a:spLocks noGrp="1"/>
          </p:cNvSpPr>
          <p:nvPr>
            <p:ph type="title"/>
          </p:nvPr>
        </p:nvSpPr>
        <p:spPr/>
        <p:txBody>
          <a:bodyPr>
            <a:normAutofit fontScale="90000"/>
          </a:bodyPr>
          <a:lstStyle/>
          <a:p>
            <a:r>
              <a:rPr lang="en-US" dirty="0"/>
              <a:t>What is a Gantt chart used for?</a:t>
            </a:r>
          </a:p>
        </p:txBody>
      </p:sp>
      <p:sp>
        <p:nvSpPr>
          <p:cNvPr id="3" name="Text Placeholder 2">
            <a:extLst>
              <a:ext uri="{FF2B5EF4-FFF2-40B4-BE49-F238E27FC236}">
                <a16:creationId xmlns:a16="http://schemas.microsoft.com/office/drawing/2014/main" id="{B06AB536-C05B-C29D-C29C-04E74DEDA9EE}"/>
              </a:ext>
            </a:extLst>
          </p:cNvPr>
          <p:cNvSpPr>
            <a:spLocks noGrp="1"/>
          </p:cNvSpPr>
          <p:nvPr>
            <p:ph type="body" sz="quarter" idx="14"/>
          </p:nvPr>
        </p:nvSpPr>
        <p:spPr/>
        <p:txBody>
          <a:bodyPr/>
          <a:lstStyle/>
          <a:p>
            <a:r>
              <a:rPr lang="en-US" dirty="0"/>
              <a:t>Project managers use Gantt charts for three main reasons:</a:t>
            </a:r>
          </a:p>
          <a:p>
            <a:endParaRPr lang="en-US" dirty="0"/>
          </a:p>
          <a:p>
            <a:r>
              <a:rPr lang="en-US" b="1" dirty="0"/>
              <a:t>Reason 1</a:t>
            </a:r>
          </a:p>
        </p:txBody>
      </p:sp>
      <p:sp>
        <p:nvSpPr>
          <p:cNvPr id="8" name="TextBox 7">
            <a:extLst>
              <a:ext uri="{FF2B5EF4-FFF2-40B4-BE49-F238E27FC236}">
                <a16:creationId xmlns:a16="http://schemas.microsoft.com/office/drawing/2014/main" id="{47488FD7-57F0-E47C-5311-5F415FC5F732}"/>
              </a:ext>
            </a:extLst>
          </p:cNvPr>
          <p:cNvSpPr txBox="1"/>
          <p:nvPr/>
        </p:nvSpPr>
        <p:spPr>
          <a:xfrm>
            <a:off x="4540718" y="1413951"/>
            <a:ext cx="6097604" cy="4647426"/>
          </a:xfrm>
          <a:prstGeom prst="rect">
            <a:avLst/>
          </a:prstGeom>
          <a:noFill/>
        </p:spPr>
        <p:txBody>
          <a:bodyPr wrap="square">
            <a:spAutoFit/>
          </a:bodyPr>
          <a:lstStyle/>
          <a:p>
            <a:pPr algn="just" fontAlgn="base"/>
            <a:r>
              <a:rPr lang="en-US" sz="3600" b="1" i="0" dirty="0">
                <a:solidFill>
                  <a:srgbClr val="253858"/>
                </a:solidFill>
                <a:effectLst/>
                <a:latin typeface="Charlie Display"/>
              </a:rPr>
              <a:t>Build and manage a comprehensive project</a:t>
            </a:r>
          </a:p>
          <a:p>
            <a:pPr algn="just" fontAlgn="base"/>
            <a:endParaRPr lang="en-US" sz="3200" b="1" i="0" dirty="0">
              <a:solidFill>
                <a:srgbClr val="253858"/>
              </a:solidFill>
              <a:effectLst/>
              <a:latin typeface="Charlie Display"/>
            </a:endParaRPr>
          </a:p>
          <a:p>
            <a:pPr algn="just" fontAlgn="base"/>
            <a:endParaRPr lang="en-US" sz="2400" dirty="0">
              <a:solidFill>
                <a:srgbClr val="253858"/>
              </a:solidFill>
              <a:latin typeface="Charlie Display"/>
            </a:endParaRPr>
          </a:p>
          <a:p>
            <a:pPr algn="just" fontAlgn="base"/>
            <a:endParaRPr lang="en-US" sz="2400" b="0" i="0" dirty="0">
              <a:solidFill>
                <a:srgbClr val="253858"/>
              </a:solidFill>
              <a:effectLst/>
              <a:latin typeface="Charlie Display"/>
            </a:endParaRPr>
          </a:p>
          <a:p>
            <a:pPr algn="just" fontAlgn="base"/>
            <a:r>
              <a:rPr lang="en-US" sz="2400" b="0" i="0" dirty="0">
                <a:solidFill>
                  <a:srgbClr val="091E42"/>
                </a:solidFill>
                <a:effectLst/>
                <a:latin typeface="Charlie Text"/>
              </a:rPr>
              <a:t>Gantt charts visualize the building blocks of a project and organize it into smaller, more manageable tasks. The resulting small tasks are scheduled on the Gantt chart's timeline, along with dependencies between tasks, assignees, and milestones.</a:t>
            </a:r>
          </a:p>
        </p:txBody>
      </p:sp>
    </p:spTree>
    <p:extLst>
      <p:ext uri="{BB962C8B-B14F-4D97-AF65-F5344CB8AC3E}">
        <p14:creationId xmlns:p14="http://schemas.microsoft.com/office/powerpoint/2010/main" val="390472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D1803-4CD4-6B80-B14E-8B5590965589}"/>
              </a:ext>
            </a:extLst>
          </p:cNvPr>
          <p:cNvSpPr>
            <a:spLocks noGrp="1"/>
          </p:cNvSpPr>
          <p:nvPr>
            <p:ph type="title"/>
          </p:nvPr>
        </p:nvSpPr>
        <p:spPr/>
        <p:txBody>
          <a:bodyPr/>
          <a:lstStyle/>
          <a:p>
            <a:r>
              <a:rPr lang="en-US" dirty="0"/>
              <a:t>Cont..</a:t>
            </a:r>
          </a:p>
        </p:txBody>
      </p:sp>
      <p:sp>
        <p:nvSpPr>
          <p:cNvPr id="3" name="Text Placeholder 2">
            <a:extLst>
              <a:ext uri="{FF2B5EF4-FFF2-40B4-BE49-F238E27FC236}">
                <a16:creationId xmlns:a16="http://schemas.microsoft.com/office/drawing/2014/main" id="{D74EE537-9F27-E716-CAD3-E07C6D853611}"/>
              </a:ext>
            </a:extLst>
          </p:cNvPr>
          <p:cNvSpPr>
            <a:spLocks noGrp="1"/>
          </p:cNvSpPr>
          <p:nvPr>
            <p:ph type="body" sz="quarter" idx="14"/>
          </p:nvPr>
        </p:nvSpPr>
        <p:spPr/>
        <p:txBody>
          <a:bodyPr/>
          <a:lstStyle/>
          <a:p>
            <a:r>
              <a:rPr lang="en-US" dirty="0"/>
              <a:t>Reason 2</a:t>
            </a:r>
          </a:p>
        </p:txBody>
      </p:sp>
      <p:sp>
        <p:nvSpPr>
          <p:cNvPr id="6" name="TextBox 5">
            <a:extLst>
              <a:ext uri="{FF2B5EF4-FFF2-40B4-BE49-F238E27FC236}">
                <a16:creationId xmlns:a16="http://schemas.microsoft.com/office/drawing/2014/main" id="{C6B23EE6-B97B-87A8-7DAA-A4E1492B1BEB}"/>
              </a:ext>
            </a:extLst>
          </p:cNvPr>
          <p:cNvSpPr txBox="1"/>
          <p:nvPr/>
        </p:nvSpPr>
        <p:spPr>
          <a:xfrm>
            <a:off x="4608094" y="1587972"/>
            <a:ext cx="6097604" cy="4708981"/>
          </a:xfrm>
          <a:prstGeom prst="rect">
            <a:avLst/>
          </a:prstGeom>
          <a:noFill/>
        </p:spPr>
        <p:txBody>
          <a:bodyPr wrap="square">
            <a:spAutoFit/>
          </a:bodyPr>
          <a:lstStyle/>
          <a:p>
            <a:pPr algn="just" fontAlgn="base"/>
            <a:r>
              <a:rPr lang="en-US" sz="3600" b="1" i="0" dirty="0">
                <a:solidFill>
                  <a:srgbClr val="253858"/>
                </a:solidFill>
                <a:effectLst/>
                <a:latin typeface="Charlie Display"/>
              </a:rPr>
              <a:t>Determine logistics and task dependencies</a:t>
            </a:r>
          </a:p>
          <a:p>
            <a:pPr algn="l" fontAlgn="base"/>
            <a:endParaRPr lang="en-US" dirty="0">
              <a:solidFill>
                <a:srgbClr val="253858"/>
              </a:solidFill>
              <a:latin typeface="Charlie Display"/>
            </a:endParaRPr>
          </a:p>
          <a:p>
            <a:pPr algn="l" fontAlgn="base"/>
            <a:endParaRPr lang="en-US" b="0" i="0" dirty="0">
              <a:solidFill>
                <a:srgbClr val="253858"/>
              </a:solidFill>
              <a:effectLst/>
              <a:latin typeface="Charlie Display"/>
            </a:endParaRPr>
          </a:p>
          <a:p>
            <a:pPr algn="just" fontAlgn="base"/>
            <a:r>
              <a:rPr lang="en-US" sz="2400" b="0" i="0" dirty="0">
                <a:solidFill>
                  <a:srgbClr val="091E42"/>
                </a:solidFill>
                <a:effectLst/>
                <a:latin typeface="Charlie Text"/>
              </a:rPr>
              <a:t>Gantt charts can be employed to keep an eye on the logistics of a project. Task dependencies ensure that a new task can only start once another task is completed. If a task is delayed (it happens to the best of us), then dependent issues are automatically rescheduled. This can be especially useful when planning in a multi-team environment.</a:t>
            </a:r>
          </a:p>
        </p:txBody>
      </p:sp>
    </p:spTree>
    <p:extLst>
      <p:ext uri="{BB962C8B-B14F-4D97-AF65-F5344CB8AC3E}">
        <p14:creationId xmlns:p14="http://schemas.microsoft.com/office/powerpoint/2010/main" val="1811011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FA030-80C6-C7FA-5BB5-BEA6194B8CA1}"/>
              </a:ext>
            </a:extLst>
          </p:cNvPr>
          <p:cNvSpPr>
            <a:spLocks noGrp="1"/>
          </p:cNvSpPr>
          <p:nvPr>
            <p:ph type="title"/>
          </p:nvPr>
        </p:nvSpPr>
        <p:spPr/>
        <p:txBody>
          <a:bodyPr/>
          <a:lstStyle/>
          <a:p>
            <a:r>
              <a:rPr lang="en-US" dirty="0"/>
              <a:t>Cont..</a:t>
            </a:r>
          </a:p>
        </p:txBody>
      </p:sp>
      <p:sp>
        <p:nvSpPr>
          <p:cNvPr id="3" name="Text Placeholder 2">
            <a:extLst>
              <a:ext uri="{FF2B5EF4-FFF2-40B4-BE49-F238E27FC236}">
                <a16:creationId xmlns:a16="http://schemas.microsoft.com/office/drawing/2014/main" id="{CAC31DE1-F7E0-1D9F-C9C5-C442689EED97}"/>
              </a:ext>
            </a:extLst>
          </p:cNvPr>
          <p:cNvSpPr>
            <a:spLocks noGrp="1"/>
          </p:cNvSpPr>
          <p:nvPr>
            <p:ph type="body" sz="quarter" idx="14"/>
          </p:nvPr>
        </p:nvSpPr>
        <p:spPr/>
        <p:txBody>
          <a:bodyPr/>
          <a:lstStyle/>
          <a:p>
            <a:r>
              <a:rPr lang="en-US" b="1" dirty="0"/>
              <a:t>Reason 3</a:t>
            </a:r>
          </a:p>
        </p:txBody>
      </p:sp>
      <p:sp>
        <p:nvSpPr>
          <p:cNvPr id="6" name="TextBox 5">
            <a:extLst>
              <a:ext uri="{FF2B5EF4-FFF2-40B4-BE49-F238E27FC236}">
                <a16:creationId xmlns:a16="http://schemas.microsoft.com/office/drawing/2014/main" id="{D9262702-1A68-9F99-FCAB-A67A61C22A8F}"/>
              </a:ext>
            </a:extLst>
          </p:cNvPr>
          <p:cNvSpPr txBox="1"/>
          <p:nvPr/>
        </p:nvSpPr>
        <p:spPr>
          <a:xfrm>
            <a:off x="4550343" y="1624337"/>
            <a:ext cx="6097604" cy="4216539"/>
          </a:xfrm>
          <a:prstGeom prst="rect">
            <a:avLst/>
          </a:prstGeom>
          <a:noFill/>
        </p:spPr>
        <p:txBody>
          <a:bodyPr wrap="square">
            <a:spAutoFit/>
          </a:bodyPr>
          <a:lstStyle/>
          <a:p>
            <a:pPr algn="l" fontAlgn="base"/>
            <a:r>
              <a:rPr lang="en-US" sz="3600" b="1" i="0" dirty="0">
                <a:solidFill>
                  <a:srgbClr val="253858"/>
                </a:solidFill>
                <a:effectLst/>
                <a:latin typeface="Charlie Display"/>
              </a:rPr>
              <a:t>Monitor progress of a project</a:t>
            </a:r>
          </a:p>
          <a:p>
            <a:pPr algn="l" fontAlgn="base"/>
            <a:endParaRPr lang="en-US" dirty="0">
              <a:solidFill>
                <a:srgbClr val="253858"/>
              </a:solidFill>
              <a:latin typeface="Charlie Display"/>
            </a:endParaRPr>
          </a:p>
          <a:p>
            <a:pPr algn="l" fontAlgn="base"/>
            <a:endParaRPr lang="en-US" b="0" i="0" dirty="0">
              <a:solidFill>
                <a:srgbClr val="253858"/>
              </a:solidFill>
              <a:effectLst/>
              <a:latin typeface="Charlie Display"/>
            </a:endParaRPr>
          </a:p>
          <a:p>
            <a:pPr algn="just" fontAlgn="base"/>
            <a:r>
              <a:rPr lang="en-US" sz="2800" b="0" i="0" dirty="0">
                <a:solidFill>
                  <a:srgbClr val="091E42"/>
                </a:solidFill>
                <a:effectLst/>
                <a:latin typeface="Charlie Text"/>
              </a:rPr>
              <a:t>As teams log time towards issues in your plan, you can monitor the health of your projects and make adjustments as necessary. Your Gantt chart can include release dates, milestones, or other important metrics to track your project’s progress.</a:t>
            </a:r>
          </a:p>
        </p:txBody>
      </p:sp>
    </p:spTree>
    <p:extLst>
      <p:ext uri="{BB962C8B-B14F-4D97-AF65-F5344CB8AC3E}">
        <p14:creationId xmlns:p14="http://schemas.microsoft.com/office/powerpoint/2010/main" val="1271830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7D823E-45F8-4F3B-90EB-782ED1EAEBAA}"/>
              </a:ext>
            </a:extLst>
          </p:cNvPr>
          <p:cNvSpPr>
            <a:spLocks noGrp="1"/>
          </p:cNvSpPr>
          <p:nvPr>
            <p:ph type="title"/>
          </p:nvPr>
        </p:nvSpPr>
        <p:spPr>
          <a:xfrm>
            <a:off x="418698" y="101536"/>
            <a:ext cx="3619501" cy="1179576"/>
          </a:xfrm>
        </p:spPr>
        <p:txBody>
          <a:bodyPr anchor="b" anchorCtr="0"/>
          <a:lstStyle/>
          <a:p>
            <a:r>
              <a:rPr lang="en-US" dirty="0"/>
              <a:t>WELLSPRING</a:t>
            </a:r>
          </a:p>
        </p:txBody>
      </p:sp>
      <p:pic>
        <p:nvPicPr>
          <p:cNvPr id="19" name="Picture 18">
            <a:extLst>
              <a:ext uri="{FF2B5EF4-FFF2-40B4-BE49-F238E27FC236}">
                <a16:creationId xmlns:a16="http://schemas.microsoft.com/office/drawing/2014/main" id="{110F0249-D193-7BF9-D99C-8F722FEA4B10}"/>
              </a:ext>
            </a:extLst>
          </p:cNvPr>
          <p:cNvPicPr>
            <a:picLocks noChangeAspect="1"/>
          </p:cNvPicPr>
          <p:nvPr/>
        </p:nvPicPr>
        <p:blipFill>
          <a:blip r:embed="rId2"/>
          <a:stretch>
            <a:fillRect/>
          </a:stretch>
        </p:blipFill>
        <p:spPr>
          <a:xfrm>
            <a:off x="418698" y="1281113"/>
            <a:ext cx="11354604" cy="5475352"/>
          </a:xfrm>
          <a:prstGeom prst="rect">
            <a:avLst/>
          </a:prstGeom>
        </p:spPr>
      </p:pic>
    </p:spTree>
    <p:extLst>
      <p:ext uri="{BB962C8B-B14F-4D97-AF65-F5344CB8AC3E}">
        <p14:creationId xmlns:p14="http://schemas.microsoft.com/office/powerpoint/2010/main" val="2378376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67C909B-0AD0-483C-AAC3-96A0A3D16BE1}"/>
              </a:ext>
            </a:extLst>
          </p:cNvPr>
          <p:cNvSpPr>
            <a:spLocks noGrp="1"/>
          </p:cNvSpPr>
          <p:nvPr>
            <p:ph type="title"/>
          </p:nvPr>
        </p:nvSpPr>
        <p:spPr>
          <a:xfrm>
            <a:off x="457199" y="1371600"/>
            <a:ext cx="3619501" cy="877824"/>
          </a:xfrm>
        </p:spPr>
        <p:txBody>
          <a:bodyPr/>
          <a:lstStyle/>
          <a:p>
            <a:r>
              <a:rPr lang="en-US" dirty="0"/>
              <a:t>Summary</a:t>
            </a:r>
          </a:p>
        </p:txBody>
      </p:sp>
      <p:sp>
        <p:nvSpPr>
          <p:cNvPr id="8" name="Text Placeholder 7">
            <a:extLst>
              <a:ext uri="{FF2B5EF4-FFF2-40B4-BE49-F238E27FC236}">
                <a16:creationId xmlns:a16="http://schemas.microsoft.com/office/drawing/2014/main" id="{E154013F-D2A9-4715-ACE2-3720EA35B8D0}"/>
              </a:ext>
            </a:extLst>
          </p:cNvPr>
          <p:cNvSpPr>
            <a:spLocks noGrp="1"/>
          </p:cNvSpPr>
          <p:nvPr>
            <p:ph type="body" sz="quarter" idx="14"/>
          </p:nvPr>
        </p:nvSpPr>
        <p:spPr>
          <a:xfrm>
            <a:off x="457199" y="2645023"/>
            <a:ext cx="3465576" cy="3255264"/>
          </a:xfrm>
        </p:spPr>
        <p:txBody>
          <a:bodyPr/>
          <a:lstStyle/>
          <a:p>
            <a:r>
              <a:rPr lang="en-US" sz="1600" b="0" i="0" dirty="0">
                <a:solidFill>
                  <a:srgbClr val="212529"/>
                </a:solidFill>
                <a:effectLst/>
                <a:latin typeface="Segoe UI" panose="020B0502040204020203" pitchFamily="34" charset="0"/>
              </a:rPr>
              <a:t>Today, Gantt charts are most commonly used for tracking project schedules. For this it is useful to be able to show additional information about the various tasks or phases of the project, for example how the tasks relate to each other, how far each task has progressed, what resources are being used for each task and so on.</a:t>
            </a:r>
            <a:endParaRPr lang="en-US" sz="1600" dirty="0"/>
          </a:p>
        </p:txBody>
      </p:sp>
      <p:pic>
        <p:nvPicPr>
          <p:cNvPr id="10" name="Picture Placeholder 5" descr="Close up of white flower on black background">
            <a:extLst>
              <a:ext uri="{FF2B5EF4-FFF2-40B4-BE49-F238E27FC236}">
                <a16:creationId xmlns:a16="http://schemas.microsoft.com/office/drawing/2014/main" id="{025F302E-F817-4901-88E0-088AAEB6D59E}"/>
              </a:ext>
            </a:extLst>
          </p:cNvPr>
          <p:cNvPicPr>
            <a:picLocks noGrp="1" noChangeAspect="1"/>
          </p:cNvPicPr>
          <p:nvPr>
            <p:ph type="pic" sz="quarter" idx="15"/>
          </p:nvPr>
        </p:nvPicPr>
        <p:blipFill rotWithShape="1">
          <a:blip r:embed="rId2" cstate="screen">
            <a:extLst>
              <a:ext uri="{28A0092B-C50C-407E-A947-70E740481C1C}">
                <a14:useLocalDpi xmlns:a14="http://schemas.microsoft.com/office/drawing/2010/main"/>
              </a:ext>
            </a:extLst>
          </a:blip>
          <a:srcRect t="17178" b="17178"/>
          <a:stretch/>
        </p:blipFill>
        <p:spPr>
          <a:xfrm>
            <a:off x="4708525" y="960438"/>
            <a:ext cx="6575425" cy="5075237"/>
          </a:xfrm>
        </p:spPr>
      </p:pic>
    </p:spTree>
    <p:extLst>
      <p:ext uri="{BB962C8B-B14F-4D97-AF65-F5344CB8AC3E}">
        <p14:creationId xmlns:p14="http://schemas.microsoft.com/office/powerpoint/2010/main" val="1881260077"/>
      </p:ext>
    </p:extLst>
  </p:cSld>
  <p:clrMapOvr>
    <a:masterClrMapping/>
  </p:clrMapOvr>
</p:sld>
</file>

<file path=ppt/theme/theme1.xml><?xml version="1.0" encoding="utf-8"?>
<a:theme xmlns:a="http://schemas.openxmlformats.org/drawingml/2006/main" name="Balancing Act">
  <a:themeElements>
    <a:clrScheme name="Balancing Act">
      <a:dk1>
        <a:sysClr val="windowText" lastClr="000000"/>
      </a:dk1>
      <a:lt1>
        <a:sysClr val="window" lastClr="FFFFFF"/>
      </a:lt1>
      <a:dk2>
        <a:srgbClr val="8A4C5D"/>
      </a:dk2>
      <a:lt2>
        <a:srgbClr val="9E838E"/>
      </a:lt2>
      <a:accent1>
        <a:srgbClr val="C6ADB0"/>
      </a:accent1>
      <a:accent2>
        <a:srgbClr val="E3C0BF"/>
      </a:accent2>
      <a:accent3>
        <a:srgbClr val="D4937F"/>
      </a:accent3>
      <a:accent4>
        <a:srgbClr val="CCB87E"/>
      </a:accent4>
      <a:accent5>
        <a:srgbClr val="6667AB"/>
      </a:accent5>
      <a:accent6>
        <a:srgbClr val="86A094"/>
      </a:accent6>
      <a:hlink>
        <a:srgbClr val="0563C1"/>
      </a:hlink>
      <a:folHlink>
        <a:srgbClr val="954F72"/>
      </a:folHlink>
    </a:clrScheme>
    <a:fontScheme name="Custom 15">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antone template_Win32_v5.potx" id="{0B6ADF6A-1AB9-4B5E-8A87-5E88E283A9E8}" vid="{98AF5320-421A-4856-A75D-6587C36D5470}"/>
    </a:ext>
  </a:extLst>
</a:theme>
</file>

<file path=ppt/theme/theme2.xml><?xml version="1.0" encoding="utf-8"?>
<a:theme xmlns:a="http://schemas.openxmlformats.org/drawingml/2006/main" name="Wellspring">
  <a:themeElements>
    <a:clrScheme name="Wellspring">
      <a:dk1>
        <a:sysClr val="windowText" lastClr="000000"/>
      </a:dk1>
      <a:lt1>
        <a:sysClr val="window" lastClr="FFFFFF"/>
      </a:lt1>
      <a:dk2>
        <a:srgbClr val="A1CAC9"/>
      </a:dk2>
      <a:lt2>
        <a:srgbClr val="48996B"/>
      </a:lt2>
      <a:accent1>
        <a:srgbClr val="759F51"/>
      </a:accent1>
      <a:accent2>
        <a:srgbClr val="436A2F"/>
      </a:accent2>
      <a:accent3>
        <a:srgbClr val="CFBF54"/>
      </a:accent3>
      <a:accent4>
        <a:srgbClr val="B3832F"/>
      </a:accent4>
      <a:accent5>
        <a:srgbClr val="8C5896"/>
      </a:accent5>
      <a:accent6>
        <a:srgbClr val="6667AB"/>
      </a:accent6>
      <a:hlink>
        <a:srgbClr val="0563C1"/>
      </a:hlink>
      <a:folHlink>
        <a:srgbClr val="954F72"/>
      </a:folHlink>
    </a:clrScheme>
    <a:fontScheme name="Custom 15">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antone template_Win32_v5.potx" id="{0B6ADF6A-1AB9-4B5E-8A87-5E88E283A9E8}" vid="{6E2187FA-78B5-42F2-9074-40D4C2C1399B}"/>
    </a:ext>
  </a:extLst>
</a:theme>
</file>

<file path=ppt/theme/theme3.xml><?xml version="1.0" encoding="utf-8"?>
<a:theme xmlns:a="http://schemas.openxmlformats.org/drawingml/2006/main" name="Star of the show">
  <a:themeElements>
    <a:clrScheme name="Star of the show">
      <a:dk1>
        <a:sysClr val="windowText" lastClr="000000"/>
      </a:dk1>
      <a:lt1>
        <a:sysClr val="window" lastClr="FFFFFF"/>
      </a:lt1>
      <a:dk2>
        <a:srgbClr val="29282D"/>
      </a:dk2>
      <a:lt2>
        <a:srgbClr val="625C60"/>
      </a:lt2>
      <a:accent1>
        <a:srgbClr val="7C6560"/>
      </a:accent1>
      <a:accent2>
        <a:srgbClr val="AEA392"/>
      </a:accent2>
      <a:accent3>
        <a:srgbClr val="DBD4D0"/>
      </a:accent3>
      <a:accent4>
        <a:srgbClr val="8E7961"/>
      </a:accent4>
      <a:accent5>
        <a:srgbClr val="F0EDE8"/>
      </a:accent5>
      <a:accent6>
        <a:srgbClr val="6667AB"/>
      </a:accent6>
      <a:hlink>
        <a:srgbClr val="0563C1"/>
      </a:hlink>
      <a:folHlink>
        <a:srgbClr val="954F72"/>
      </a:folHlink>
    </a:clrScheme>
    <a:fontScheme name="Custom 15">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antone template_Win32_v5.potx" id="{0B6ADF6A-1AB9-4B5E-8A87-5E88E283A9E8}" vid="{CED26E1E-587B-4123-A4F9-DB49A037FBB9}"/>
    </a:ext>
  </a:extLst>
</a:theme>
</file>

<file path=ppt/theme/theme4.xml><?xml version="1.0" encoding="utf-8"?>
<a:theme xmlns:a="http://schemas.openxmlformats.org/drawingml/2006/main" name="Amusements">
  <a:themeElements>
    <a:clrScheme name="Amusements">
      <a:dk1>
        <a:sysClr val="windowText" lastClr="000000"/>
      </a:dk1>
      <a:lt1>
        <a:sysClr val="window" lastClr="FFFFFF"/>
      </a:lt1>
      <a:dk2>
        <a:srgbClr val="D77E6F"/>
      </a:dk2>
      <a:lt2>
        <a:srgbClr val="6667AB"/>
      </a:lt2>
      <a:accent1>
        <a:srgbClr val="B38F6A"/>
      </a:accent1>
      <a:accent2>
        <a:srgbClr val="D75078"/>
      </a:accent2>
      <a:accent3>
        <a:srgbClr val="E288B6"/>
      </a:accent3>
      <a:accent4>
        <a:srgbClr val="E9445D"/>
      </a:accent4>
      <a:accent5>
        <a:srgbClr val="EEC272"/>
      </a:accent5>
      <a:accent6>
        <a:srgbClr val="85A0A9"/>
      </a:accent6>
      <a:hlink>
        <a:srgbClr val="0563C1"/>
      </a:hlink>
      <a:folHlink>
        <a:srgbClr val="954F72"/>
      </a:folHlink>
    </a:clrScheme>
    <a:fontScheme name="Custom 15">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antone template_Win32_v5.potx" id="{0B6ADF6A-1AB9-4B5E-8A87-5E88E283A9E8}" vid="{573AD6BE-256C-44EB-886C-5713CB0A8D47}"/>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{6CFF1B3D-0D94-482C-A719-5A42F828500F}tf78479028_win32</Template>
  <TotalTime>39</TotalTime>
  <Words>485</Words>
  <Application>Microsoft Office PowerPoint</Application>
  <PresentationFormat>Widescreen</PresentationFormat>
  <Paragraphs>36</Paragraphs>
  <Slides>9</Slides>
  <Notes>2</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9</vt:i4>
      </vt:variant>
    </vt:vector>
  </HeadingPairs>
  <TitlesOfParts>
    <vt:vector size="19" baseType="lpstr">
      <vt:lpstr>Arial</vt:lpstr>
      <vt:lpstr>Calibri</vt:lpstr>
      <vt:lpstr>Charlie Display</vt:lpstr>
      <vt:lpstr>Charlie Text</vt:lpstr>
      <vt:lpstr>Segoe UI</vt:lpstr>
      <vt:lpstr>Segoe UI Light</vt:lpstr>
      <vt:lpstr>Balancing Act</vt:lpstr>
      <vt:lpstr>Wellspring</vt:lpstr>
      <vt:lpstr>Star of the show</vt:lpstr>
      <vt:lpstr>Amusements</vt:lpstr>
      <vt:lpstr>Gantt Chart   Module 3 Dr. Hitesh Mohapatra </vt:lpstr>
      <vt:lpstr>Origin</vt:lpstr>
      <vt:lpstr>A Gantt chart, commonly used in project management, is one of the most popular and useful ways of showing activities (tasks or events) displayed against time. On the left of the chart is a list of the activities and along the top is a suitable time scale. Each activity is represented by a bar; the position and length of the bar reflects the start date, duration and end date of the activity. </vt:lpstr>
      <vt:lpstr>PowerPoint Presentation</vt:lpstr>
      <vt:lpstr>What is a Gantt chart used for?</vt:lpstr>
      <vt:lpstr>Cont..</vt:lpstr>
      <vt:lpstr>Cont..</vt:lpstr>
      <vt:lpstr>WELLSPRING</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Gantt Chart Module 3 </dc:title>
  <dc:creator>Dr. Hitesh Mohapatra</dc:creator>
  <cp:lastModifiedBy>Dr. Hitesh Mohapatra</cp:lastModifiedBy>
  <cp:revision>10</cp:revision>
  <dcterms:created xsi:type="dcterms:W3CDTF">2022-08-25T03:48:57Z</dcterms:created>
  <dcterms:modified xsi:type="dcterms:W3CDTF">2022-08-25T04:28:15Z</dcterms:modified>
</cp:coreProperties>
</file>